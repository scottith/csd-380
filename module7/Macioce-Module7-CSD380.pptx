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7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83A712-F121-4CCE-8413-6F2EDDE3DF5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5DF8466-EB30-479B-A22F-ADAF9E584FC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Pager rotation</a:t>
          </a:r>
          <a:r>
            <a:rPr lang="en-US" dirty="0"/>
            <a:t> is the shared schedule where engineers are on-call to respond to production incidents.</a:t>
          </a:r>
        </a:p>
      </dgm:t>
    </dgm:pt>
    <dgm:pt modelId="{1B110A4C-19E9-4C82-A869-E9FC605ED2D8}" type="parTrans" cxnId="{9A64046E-C80B-41E3-9872-FB0CE77940F3}">
      <dgm:prSet/>
      <dgm:spPr/>
      <dgm:t>
        <a:bodyPr/>
        <a:lstStyle/>
        <a:p>
          <a:endParaRPr lang="en-US"/>
        </a:p>
      </dgm:t>
    </dgm:pt>
    <dgm:pt modelId="{4BDE1557-E8DE-43E9-9BBA-87E636871C9B}" type="sibTrans" cxnId="{9A64046E-C80B-41E3-9872-FB0CE77940F3}">
      <dgm:prSet/>
      <dgm:spPr/>
      <dgm:t>
        <a:bodyPr/>
        <a:lstStyle/>
        <a:p>
          <a:endParaRPr lang="en-US"/>
        </a:p>
      </dgm:t>
    </dgm:pt>
    <dgm:pt modelId="{C4CED4E1-4EBA-453C-A040-DB6FCF5EDE0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Alerts come from monitoring tools which consist of page, SMS, phone, or app notification. </a:t>
          </a:r>
        </a:p>
      </dgm:t>
    </dgm:pt>
    <dgm:pt modelId="{8F6E5165-22C8-4173-B168-EE0C5B44D888}" type="parTrans" cxnId="{6A3DF722-2517-468D-BAEF-549BB304DF74}">
      <dgm:prSet/>
      <dgm:spPr/>
      <dgm:t>
        <a:bodyPr/>
        <a:lstStyle/>
        <a:p>
          <a:endParaRPr lang="en-US"/>
        </a:p>
      </dgm:t>
    </dgm:pt>
    <dgm:pt modelId="{B76C98E9-7391-4A81-B898-D51E0B4AE231}" type="sibTrans" cxnId="{6A3DF722-2517-468D-BAEF-549BB304DF74}">
      <dgm:prSet/>
      <dgm:spPr/>
      <dgm:t>
        <a:bodyPr/>
        <a:lstStyle/>
        <a:p>
          <a:endParaRPr lang="en-US"/>
        </a:p>
      </dgm:t>
    </dgm:pt>
    <dgm:pt modelId="{B661BE2D-BAB5-45A6-8149-AE432B7C6A4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In DevOps, developers,</a:t>
          </a:r>
          <a:r>
            <a:rPr lang="en-US" b="1" dirty="0"/>
            <a:t> </a:t>
          </a:r>
          <a:r>
            <a:rPr lang="en-US" dirty="0"/>
            <a:t>managers</a:t>
          </a:r>
          <a:r>
            <a:rPr lang="en-US" b="1" dirty="0"/>
            <a:t>, </a:t>
          </a:r>
          <a:r>
            <a:rPr lang="en-US" dirty="0"/>
            <a:t>and</a:t>
          </a:r>
          <a:r>
            <a:rPr lang="en-US" b="1" dirty="0"/>
            <a:t> </a:t>
          </a:r>
          <a:r>
            <a:rPr lang="en-US" dirty="0"/>
            <a:t>architects share on-call with Ops so everyone feels the impact of production issues.</a:t>
          </a:r>
        </a:p>
      </dgm:t>
    </dgm:pt>
    <dgm:pt modelId="{EA6D0029-C522-4A97-BDE3-ECFF476947B7}" type="parTrans" cxnId="{AB0D9BBB-E9C5-4422-9FC8-AB5ABFFB95D0}">
      <dgm:prSet/>
      <dgm:spPr/>
      <dgm:t>
        <a:bodyPr/>
        <a:lstStyle/>
        <a:p>
          <a:endParaRPr lang="en-US"/>
        </a:p>
      </dgm:t>
    </dgm:pt>
    <dgm:pt modelId="{74BCEF1A-D72C-4946-B509-B2F0425375FC}" type="sibTrans" cxnId="{AB0D9BBB-E9C5-4422-9FC8-AB5ABFFB95D0}">
      <dgm:prSet/>
      <dgm:spPr/>
      <dgm:t>
        <a:bodyPr/>
        <a:lstStyle/>
        <a:p>
          <a:endParaRPr lang="en-US"/>
        </a:p>
      </dgm:t>
    </dgm:pt>
    <dgm:pt modelId="{0B50F0B0-E4C8-40C3-A474-F963C3C332F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The goal is to ensure fast</a:t>
          </a:r>
          <a:r>
            <a:rPr lang="en-US" b="1" dirty="0"/>
            <a:t> </a:t>
          </a:r>
          <a:r>
            <a:rPr lang="en-US" dirty="0"/>
            <a:t>response, reduce customer impact, and create feedback from production back into daily development work.</a:t>
          </a:r>
        </a:p>
      </dgm:t>
    </dgm:pt>
    <dgm:pt modelId="{A1230502-7D9A-41C8-9E93-07E2818A8DF3}" type="parTrans" cxnId="{3A41DC74-13B2-4008-9EFE-30E26EC7F4E7}">
      <dgm:prSet/>
      <dgm:spPr/>
      <dgm:t>
        <a:bodyPr/>
        <a:lstStyle/>
        <a:p>
          <a:endParaRPr lang="en-US"/>
        </a:p>
      </dgm:t>
    </dgm:pt>
    <dgm:pt modelId="{EEE9ACD7-A4E1-45ED-92AC-554BC3871AF8}" type="sibTrans" cxnId="{3A41DC74-13B2-4008-9EFE-30E26EC7F4E7}">
      <dgm:prSet/>
      <dgm:spPr/>
      <dgm:t>
        <a:bodyPr/>
        <a:lstStyle/>
        <a:p>
          <a:endParaRPr lang="en-US"/>
        </a:p>
      </dgm:t>
    </dgm:pt>
    <dgm:pt modelId="{AF9CBD97-8AF2-4965-B85F-D8F2A960B8D1}" type="pres">
      <dgm:prSet presAssocID="{3083A712-F121-4CCE-8413-6F2EDDE3DF57}" presName="root" presStyleCnt="0">
        <dgm:presLayoutVars>
          <dgm:dir/>
          <dgm:resizeHandles val="exact"/>
        </dgm:presLayoutVars>
      </dgm:prSet>
      <dgm:spPr/>
    </dgm:pt>
    <dgm:pt modelId="{96A170B7-249D-43A8-AA84-127F76B90EBA}" type="pres">
      <dgm:prSet presAssocID="{55DF8466-EB30-479B-A22F-ADAF9E584FC7}" presName="compNode" presStyleCnt="0"/>
      <dgm:spPr/>
    </dgm:pt>
    <dgm:pt modelId="{2CE84627-B956-4CDB-9F3F-BD204952AAD8}" type="pres">
      <dgm:prSet presAssocID="{55DF8466-EB30-479B-A22F-ADAF9E584FC7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93B453B-1E66-4993-8947-8E69E2FD58D3}" type="pres">
      <dgm:prSet presAssocID="{55DF8466-EB30-479B-A22F-ADAF9E584FC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AE971E5-0E75-4E24-9C27-8DCCA2BEFB18}" type="pres">
      <dgm:prSet presAssocID="{55DF8466-EB30-479B-A22F-ADAF9E584FC7}" presName="spaceRect" presStyleCnt="0"/>
      <dgm:spPr/>
    </dgm:pt>
    <dgm:pt modelId="{F43FC389-D778-4FDB-A51E-F18886643617}" type="pres">
      <dgm:prSet presAssocID="{55DF8466-EB30-479B-A22F-ADAF9E584FC7}" presName="textRect" presStyleLbl="revTx" presStyleIdx="0" presStyleCnt="4">
        <dgm:presLayoutVars>
          <dgm:chMax val="1"/>
          <dgm:chPref val="1"/>
        </dgm:presLayoutVars>
      </dgm:prSet>
      <dgm:spPr/>
    </dgm:pt>
    <dgm:pt modelId="{EE839287-E16A-4A7D-9378-94109A884D6C}" type="pres">
      <dgm:prSet presAssocID="{4BDE1557-E8DE-43E9-9BBA-87E636871C9B}" presName="sibTrans" presStyleCnt="0"/>
      <dgm:spPr/>
    </dgm:pt>
    <dgm:pt modelId="{427DD6E5-CE60-45F9-97D9-79C5D0207C7B}" type="pres">
      <dgm:prSet presAssocID="{C4CED4E1-4EBA-453C-A040-DB6FCF5EDE05}" presName="compNode" presStyleCnt="0"/>
      <dgm:spPr/>
    </dgm:pt>
    <dgm:pt modelId="{AFC80127-AF86-4613-88F3-8F4E046FC51D}" type="pres">
      <dgm:prSet presAssocID="{C4CED4E1-4EBA-453C-A040-DB6FCF5EDE05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4B1FC95-322D-4A5C-99D7-6A29C6D332B0}" type="pres">
      <dgm:prSet presAssocID="{C4CED4E1-4EBA-453C-A040-DB6FCF5EDE0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C28B207-D699-42ED-89EB-73D13761F110}" type="pres">
      <dgm:prSet presAssocID="{C4CED4E1-4EBA-453C-A040-DB6FCF5EDE05}" presName="spaceRect" presStyleCnt="0"/>
      <dgm:spPr/>
    </dgm:pt>
    <dgm:pt modelId="{EA113837-6287-479B-84F7-E0A0948571EB}" type="pres">
      <dgm:prSet presAssocID="{C4CED4E1-4EBA-453C-A040-DB6FCF5EDE05}" presName="textRect" presStyleLbl="revTx" presStyleIdx="1" presStyleCnt="4">
        <dgm:presLayoutVars>
          <dgm:chMax val="1"/>
          <dgm:chPref val="1"/>
        </dgm:presLayoutVars>
      </dgm:prSet>
      <dgm:spPr/>
    </dgm:pt>
    <dgm:pt modelId="{16119FCD-F3AB-41BF-977A-24085BBBF1FC}" type="pres">
      <dgm:prSet presAssocID="{B76C98E9-7391-4A81-B898-D51E0B4AE231}" presName="sibTrans" presStyleCnt="0"/>
      <dgm:spPr/>
    </dgm:pt>
    <dgm:pt modelId="{BBDCC281-7341-498B-857C-87869B1FC730}" type="pres">
      <dgm:prSet presAssocID="{B661BE2D-BAB5-45A6-8149-AE432B7C6A48}" presName="compNode" presStyleCnt="0"/>
      <dgm:spPr/>
    </dgm:pt>
    <dgm:pt modelId="{A0D7DC84-560F-4A7A-AB99-E79E74302151}" type="pres">
      <dgm:prSet presAssocID="{B661BE2D-BAB5-45A6-8149-AE432B7C6A48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3E2B753-D355-4C1F-BF96-3E04F2809037}" type="pres">
      <dgm:prSet presAssocID="{B661BE2D-BAB5-45A6-8149-AE432B7C6A4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7BC7173-6AA1-4282-B510-9B50EA2565BC}" type="pres">
      <dgm:prSet presAssocID="{B661BE2D-BAB5-45A6-8149-AE432B7C6A48}" presName="spaceRect" presStyleCnt="0"/>
      <dgm:spPr/>
    </dgm:pt>
    <dgm:pt modelId="{B1899CAA-4015-4BE4-95E7-284A9E5DEA7A}" type="pres">
      <dgm:prSet presAssocID="{B661BE2D-BAB5-45A6-8149-AE432B7C6A48}" presName="textRect" presStyleLbl="revTx" presStyleIdx="2" presStyleCnt="4">
        <dgm:presLayoutVars>
          <dgm:chMax val="1"/>
          <dgm:chPref val="1"/>
        </dgm:presLayoutVars>
      </dgm:prSet>
      <dgm:spPr/>
    </dgm:pt>
    <dgm:pt modelId="{33D4E102-5EB8-4610-8351-0089452B244E}" type="pres">
      <dgm:prSet presAssocID="{74BCEF1A-D72C-4946-B509-B2F0425375FC}" presName="sibTrans" presStyleCnt="0"/>
      <dgm:spPr/>
    </dgm:pt>
    <dgm:pt modelId="{12DFFF3F-5107-43E6-B0EB-E8F69AD7C6DE}" type="pres">
      <dgm:prSet presAssocID="{0B50F0B0-E4C8-40C3-A474-F963C3C332FF}" presName="compNode" presStyleCnt="0"/>
      <dgm:spPr/>
    </dgm:pt>
    <dgm:pt modelId="{D347467F-F3C8-46E7-BA45-F702A9EC9EBD}" type="pres">
      <dgm:prSet presAssocID="{0B50F0B0-E4C8-40C3-A474-F963C3C332FF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301035F-2218-4FB2-87FC-97A65E5F27F9}" type="pres">
      <dgm:prSet presAssocID="{0B50F0B0-E4C8-40C3-A474-F963C3C332F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7DE21D0-CE2A-4C01-B10E-6D711CE73EA8}" type="pres">
      <dgm:prSet presAssocID="{0B50F0B0-E4C8-40C3-A474-F963C3C332FF}" presName="spaceRect" presStyleCnt="0"/>
      <dgm:spPr/>
    </dgm:pt>
    <dgm:pt modelId="{E4000879-AC75-412A-ACFF-BED82497B1C4}" type="pres">
      <dgm:prSet presAssocID="{0B50F0B0-E4C8-40C3-A474-F963C3C332F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A3DF722-2517-468D-BAEF-549BB304DF74}" srcId="{3083A712-F121-4CCE-8413-6F2EDDE3DF57}" destId="{C4CED4E1-4EBA-453C-A040-DB6FCF5EDE05}" srcOrd="1" destOrd="0" parTransId="{8F6E5165-22C8-4173-B168-EE0C5B44D888}" sibTransId="{B76C98E9-7391-4A81-B898-D51E0B4AE231}"/>
    <dgm:cxn modelId="{C5E78137-5B74-4B58-BDEF-AA80A95E9335}" type="presOf" srcId="{C4CED4E1-4EBA-453C-A040-DB6FCF5EDE05}" destId="{EA113837-6287-479B-84F7-E0A0948571EB}" srcOrd="0" destOrd="0" presId="urn:microsoft.com/office/officeart/2018/5/layout/IconLeafLabelList"/>
    <dgm:cxn modelId="{C1097149-563F-42AC-AA5D-1F48C440A59C}" type="presOf" srcId="{B661BE2D-BAB5-45A6-8149-AE432B7C6A48}" destId="{B1899CAA-4015-4BE4-95E7-284A9E5DEA7A}" srcOrd="0" destOrd="0" presId="urn:microsoft.com/office/officeart/2018/5/layout/IconLeafLabelList"/>
    <dgm:cxn modelId="{9A64046E-C80B-41E3-9872-FB0CE77940F3}" srcId="{3083A712-F121-4CCE-8413-6F2EDDE3DF57}" destId="{55DF8466-EB30-479B-A22F-ADAF9E584FC7}" srcOrd="0" destOrd="0" parTransId="{1B110A4C-19E9-4C82-A869-E9FC605ED2D8}" sibTransId="{4BDE1557-E8DE-43E9-9BBA-87E636871C9B}"/>
    <dgm:cxn modelId="{3A41DC74-13B2-4008-9EFE-30E26EC7F4E7}" srcId="{3083A712-F121-4CCE-8413-6F2EDDE3DF57}" destId="{0B50F0B0-E4C8-40C3-A474-F963C3C332FF}" srcOrd="3" destOrd="0" parTransId="{A1230502-7D9A-41C8-9E93-07E2818A8DF3}" sibTransId="{EEE9ACD7-A4E1-45ED-92AC-554BC3871AF8}"/>
    <dgm:cxn modelId="{4A5E8F9C-C687-497E-ACCF-9F25F34ACC6B}" type="presOf" srcId="{55DF8466-EB30-479B-A22F-ADAF9E584FC7}" destId="{F43FC389-D778-4FDB-A51E-F18886643617}" srcOrd="0" destOrd="0" presId="urn:microsoft.com/office/officeart/2018/5/layout/IconLeafLabelList"/>
    <dgm:cxn modelId="{AB0D9BBB-E9C5-4422-9FC8-AB5ABFFB95D0}" srcId="{3083A712-F121-4CCE-8413-6F2EDDE3DF57}" destId="{B661BE2D-BAB5-45A6-8149-AE432B7C6A48}" srcOrd="2" destOrd="0" parTransId="{EA6D0029-C522-4A97-BDE3-ECFF476947B7}" sibTransId="{74BCEF1A-D72C-4946-B509-B2F0425375FC}"/>
    <dgm:cxn modelId="{C83F6FD8-7801-4F15-8A41-A6C5C91845E8}" type="presOf" srcId="{0B50F0B0-E4C8-40C3-A474-F963C3C332FF}" destId="{E4000879-AC75-412A-ACFF-BED82497B1C4}" srcOrd="0" destOrd="0" presId="urn:microsoft.com/office/officeart/2018/5/layout/IconLeafLabelList"/>
    <dgm:cxn modelId="{D58589F4-B2AE-43F6-AA0D-AA381D88B8D5}" type="presOf" srcId="{3083A712-F121-4CCE-8413-6F2EDDE3DF57}" destId="{AF9CBD97-8AF2-4965-B85F-D8F2A960B8D1}" srcOrd="0" destOrd="0" presId="urn:microsoft.com/office/officeart/2018/5/layout/IconLeafLabelList"/>
    <dgm:cxn modelId="{4F99EB80-CB87-4A16-A3BD-E69246582B42}" type="presParOf" srcId="{AF9CBD97-8AF2-4965-B85F-D8F2A960B8D1}" destId="{96A170B7-249D-43A8-AA84-127F76B90EBA}" srcOrd="0" destOrd="0" presId="urn:microsoft.com/office/officeart/2018/5/layout/IconLeafLabelList"/>
    <dgm:cxn modelId="{27FE8D30-1278-4D84-BE89-8567A711BD5A}" type="presParOf" srcId="{96A170B7-249D-43A8-AA84-127F76B90EBA}" destId="{2CE84627-B956-4CDB-9F3F-BD204952AAD8}" srcOrd="0" destOrd="0" presId="urn:microsoft.com/office/officeart/2018/5/layout/IconLeafLabelList"/>
    <dgm:cxn modelId="{6924D750-D892-4111-B1E2-6D9AD8E90797}" type="presParOf" srcId="{96A170B7-249D-43A8-AA84-127F76B90EBA}" destId="{693B453B-1E66-4993-8947-8E69E2FD58D3}" srcOrd="1" destOrd="0" presId="urn:microsoft.com/office/officeart/2018/5/layout/IconLeafLabelList"/>
    <dgm:cxn modelId="{C956043C-BB12-4A64-A077-D9CBF46F9A3F}" type="presParOf" srcId="{96A170B7-249D-43A8-AA84-127F76B90EBA}" destId="{BAE971E5-0E75-4E24-9C27-8DCCA2BEFB18}" srcOrd="2" destOrd="0" presId="urn:microsoft.com/office/officeart/2018/5/layout/IconLeafLabelList"/>
    <dgm:cxn modelId="{DA6E1237-7540-4CA3-B8F1-DA8CCA57DECE}" type="presParOf" srcId="{96A170B7-249D-43A8-AA84-127F76B90EBA}" destId="{F43FC389-D778-4FDB-A51E-F18886643617}" srcOrd="3" destOrd="0" presId="urn:microsoft.com/office/officeart/2018/5/layout/IconLeafLabelList"/>
    <dgm:cxn modelId="{AC7177B8-0C67-43E5-8E5B-D2D1BC6EB31E}" type="presParOf" srcId="{AF9CBD97-8AF2-4965-B85F-D8F2A960B8D1}" destId="{EE839287-E16A-4A7D-9378-94109A884D6C}" srcOrd="1" destOrd="0" presId="urn:microsoft.com/office/officeart/2018/5/layout/IconLeafLabelList"/>
    <dgm:cxn modelId="{B80387F4-AE74-4F3A-93E4-D1F088E99805}" type="presParOf" srcId="{AF9CBD97-8AF2-4965-B85F-D8F2A960B8D1}" destId="{427DD6E5-CE60-45F9-97D9-79C5D0207C7B}" srcOrd="2" destOrd="0" presId="urn:microsoft.com/office/officeart/2018/5/layout/IconLeafLabelList"/>
    <dgm:cxn modelId="{2A7E25FA-0FB8-4E3F-821A-9F34FEF020C1}" type="presParOf" srcId="{427DD6E5-CE60-45F9-97D9-79C5D0207C7B}" destId="{AFC80127-AF86-4613-88F3-8F4E046FC51D}" srcOrd="0" destOrd="0" presId="urn:microsoft.com/office/officeart/2018/5/layout/IconLeafLabelList"/>
    <dgm:cxn modelId="{05056FBB-026D-4C9B-9972-DDF780556A15}" type="presParOf" srcId="{427DD6E5-CE60-45F9-97D9-79C5D0207C7B}" destId="{54B1FC95-322D-4A5C-99D7-6A29C6D332B0}" srcOrd="1" destOrd="0" presId="urn:microsoft.com/office/officeart/2018/5/layout/IconLeafLabelList"/>
    <dgm:cxn modelId="{F78830BE-47ED-4721-BF16-A6D35CD62188}" type="presParOf" srcId="{427DD6E5-CE60-45F9-97D9-79C5D0207C7B}" destId="{CC28B207-D699-42ED-89EB-73D13761F110}" srcOrd="2" destOrd="0" presId="urn:microsoft.com/office/officeart/2018/5/layout/IconLeafLabelList"/>
    <dgm:cxn modelId="{0CFD0527-6810-4EDF-814C-A8F5B65F1DD9}" type="presParOf" srcId="{427DD6E5-CE60-45F9-97D9-79C5D0207C7B}" destId="{EA113837-6287-479B-84F7-E0A0948571EB}" srcOrd="3" destOrd="0" presId="urn:microsoft.com/office/officeart/2018/5/layout/IconLeafLabelList"/>
    <dgm:cxn modelId="{D61E59B0-557F-4E8A-A259-A181676D049D}" type="presParOf" srcId="{AF9CBD97-8AF2-4965-B85F-D8F2A960B8D1}" destId="{16119FCD-F3AB-41BF-977A-24085BBBF1FC}" srcOrd="3" destOrd="0" presId="urn:microsoft.com/office/officeart/2018/5/layout/IconLeafLabelList"/>
    <dgm:cxn modelId="{8A8427CD-E136-456B-A136-E1DA952F5941}" type="presParOf" srcId="{AF9CBD97-8AF2-4965-B85F-D8F2A960B8D1}" destId="{BBDCC281-7341-498B-857C-87869B1FC730}" srcOrd="4" destOrd="0" presId="urn:microsoft.com/office/officeart/2018/5/layout/IconLeafLabelList"/>
    <dgm:cxn modelId="{F7A96C1A-DBBA-493E-83B7-E2F79AFEE040}" type="presParOf" srcId="{BBDCC281-7341-498B-857C-87869B1FC730}" destId="{A0D7DC84-560F-4A7A-AB99-E79E74302151}" srcOrd="0" destOrd="0" presId="urn:microsoft.com/office/officeart/2018/5/layout/IconLeafLabelList"/>
    <dgm:cxn modelId="{4385B940-2A5E-46E7-B931-C7B24336C7A7}" type="presParOf" srcId="{BBDCC281-7341-498B-857C-87869B1FC730}" destId="{13E2B753-D355-4C1F-BF96-3E04F2809037}" srcOrd="1" destOrd="0" presId="urn:microsoft.com/office/officeart/2018/5/layout/IconLeafLabelList"/>
    <dgm:cxn modelId="{D5B39DD7-D84D-475D-B800-D29FAA7022DD}" type="presParOf" srcId="{BBDCC281-7341-498B-857C-87869B1FC730}" destId="{D7BC7173-6AA1-4282-B510-9B50EA2565BC}" srcOrd="2" destOrd="0" presId="urn:microsoft.com/office/officeart/2018/5/layout/IconLeafLabelList"/>
    <dgm:cxn modelId="{0069598D-224D-43DE-9A3D-C81C0BE27A6D}" type="presParOf" srcId="{BBDCC281-7341-498B-857C-87869B1FC730}" destId="{B1899CAA-4015-4BE4-95E7-284A9E5DEA7A}" srcOrd="3" destOrd="0" presId="urn:microsoft.com/office/officeart/2018/5/layout/IconLeafLabelList"/>
    <dgm:cxn modelId="{00937B0C-08F2-411E-8FAC-BC175322BCCE}" type="presParOf" srcId="{AF9CBD97-8AF2-4965-B85F-D8F2A960B8D1}" destId="{33D4E102-5EB8-4610-8351-0089452B244E}" srcOrd="5" destOrd="0" presId="urn:microsoft.com/office/officeart/2018/5/layout/IconLeafLabelList"/>
    <dgm:cxn modelId="{1C2629A6-BFE1-4872-B196-8A9582CE4E02}" type="presParOf" srcId="{AF9CBD97-8AF2-4965-B85F-D8F2A960B8D1}" destId="{12DFFF3F-5107-43E6-B0EB-E8F69AD7C6DE}" srcOrd="6" destOrd="0" presId="urn:microsoft.com/office/officeart/2018/5/layout/IconLeafLabelList"/>
    <dgm:cxn modelId="{8D6C7FB9-8F21-4B7B-B068-45DAF1074531}" type="presParOf" srcId="{12DFFF3F-5107-43E6-B0EB-E8F69AD7C6DE}" destId="{D347467F-F3C8-46E7-BA45-F702A9EC9EBD}" srcOrd="0" destOrd="0" presId="urn:microsoft.com/office/officeart/2018/5/layout/IconLeafLabelList"/>
    <dgm:cxn modelId="{1E6D65C2-E361-4BC1-8C8B-C0B32D74E4E3}" type="presParOf" srcId="{12DFFF3F-5107-43E6-B0EB-E8F69AD7C6DE}" destId="{6301035F-2218-4FB2-87FC-97A65E5F27F9}" srcOrd="1" destOrd="0" presId="urn:microsoft.com/office/officeart/2018/5/layout/IconLeafLabelList"/>
    <dgm:cxn modelId="{B9150C25-6097-4B53-B838-23D81F6E45D1}" type="presParOf" srcId="{12DFFF3F-5107-43E6-B0EB-E8F69AD7C6DE}" destId="{F7DE21D0-CE2A-4C01-B10E-6D711CE73EA8}" srcOrd="2" destOrd="0" presId="urn:microsoft.com/office/officeart/2018/5/layout/IconLeafLabelList"/>
    <dgm:cxn modelId="{9457AC1C-1A57-449A-BD83-05367C7B915F}" type="presParOf" srcId="{12DFFF3F-5107-43E6-B0EB-E8F69AD7C6DE}" destId="{E4000879-AC75-412A-ACFF-BED82497B1C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0C317D-D791-409A-99FA-D33B8F79F3E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058F144C-0C4F-4CE6-ABA3-19BCC0E5E5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primary + secondary on-call so there is always backup if the primary is overloaded or unreachable. </a:t>
          </a:r>
        </a:p>
      </dgm:t>
    </dgm:pt>
    <dgm:pt modelId="{2110347A-5BC4-4376-8D95-2AB997F5EA10}" type="parTrans" cxnId="{B0F8D0A0-AEF1-4B41-9264-119A07978986}">
      <dgm:prSet/>
      <dgm:spPr/>
      <dgm:t>
        <a:bodyPr/>
        <a:lstStyle/>
        <a:p>
          <a:endParaRPr lang="en-US"/>
        </a:p>
      </dgm:t>
    </dgm:pt>
    <dgm:pt modelId="{9EB65B6A-5FDC-409D-B4E2-B087B0DE6904}" type="sibTrans" cxnId="{B0F8D0A0-AEF1-4B41-9264-119A0797898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A597E0F-08E3-466E-A15A-19DA565CA7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Define a rotation cadence that balances coverage, personal life, and accounts for time zones. </a:t>
          </a:r>
        </a:p>
      </dgm:t>
    </dgm:pt>
    <dgm:pt modelId="{39162D74-0D68-446D-8D82-BDB322A2DE5F}" type="parTrans" cxnId="{30A4446C-2275-4246-B7E2-6F1740FE0F8B}">
      <dgm:prSet/>
      <dgm:spPr/>
      <dgm:t>
        <a:bodyPr/>
        <a:lstStyle/>
        <a:p>
          <a:endParaRPr lang="en-US"/>
        </a:p>
      </dgm:t>
    </dgm:pt>
    <dgm:pt modelId="{BFA1F4AC-779A-4664-BA94-0FDF1C14D049}" type="sibTrans" cxnId="{30A4446C-2275-4246-B7E2-6F1740FE0F8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F596482-766E-4FBD-9F99-88B2B952FC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Track pager load and keep it sustainable so that a high pager load is a signal to fix underlying reliability issues and vise versa.</a:t>
          </a:r>
        </a:p>
      </dgm:t>
    </dgm:pt>
    <dgm:pt modelId="{DD80D67D-69E2-4D18-AD33-D8E64BEC9DAA}" type="parTrans" cxnId="{10B094FF-9190-4453-86BA-DFD90F8E9FB4}">
      <dgm:prSet/>
      <dgm:spPr/>
      <dgm:t>
        <a:bodyPr/>
        <a:lstStyle/>
        <a:p>
          <a:endParaRPr lang="en-US"/>
        </a:p>
      </dgm:t>
    </dgm:pt>
    <dgm:pt modelId="{612D2844-6CF9-4BAC-8623-1A2221542763}" type="sibTrans" cxnId="{10B094FF-9190-4453-86BA-DFD90F8E9FB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E3BDFC1-0D51-4040-9ED0-88DB33101F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Publish a clear schedule so everyone knows who is on-call and how to escalate.</a:t>
          </a:r>
        </a:p>
      </dgm:t>
    </dgm:pt>
    <dgm:pt modelId="{BB6825D9-8425-4E02-ADFD-6854FF4522E9}" type="parTrans" cxnId="{53C728C2-740E-4810-A68F-BAAF0F589381}">
      <dgm:prSet/>
      <dgm:spPr/>
      <dgm:t>
        <a:bodyPr/>
        <a:lstStyle/>
        <a:p>
          <a:endParaRPr lang="en-US"/>
        </a:p>
      </dgm:t>
    </dgm:pt>
    <dgm:pt modelId="{DC9B0A4F-A2BA-42B4-9A05-8F7C096870AB}" type="sibTrans" cxnId="{53C728C2-740E-4810-A68F-BAAF0F589381}">
      <dgm:prSet/>
      <dgm:spPr/>
      <dgm:t>
        <a:bodyPr/>
        <a:lstStyle/>
        <a:p>
          <a:endParaRPr lang="en-US"/>
        </a:p>
      </dgm:t>
    </dgm:pt>
    <dgm:pt modelId="{04D53B1D-91B7-4B2E-8A50-1249010A50B6}" type="pres">
      <dgm:prSet presAssocID="{240C317D-D791-409A-99FA-D33B8F79F3E0}" presName="root" presStyleCnt="0">
        <dgm:presLayoutVars>
          <dgm:dir/>
          <dgm:resizeHandles val="exact"/>
        </dgm:presLayoutVars>
      </dgm:prSet>
      <dgm:spPr/>
    </dgm:pt>
    <dgm:pt modelId="{242DE2DE-3897-425A-A934-36381C1C5789}" type="pres">
      <dgm:prSet presAssocID="{240C317D-D791-409A-99FA-D33B8F79F3E0}" presName="container" presStyleCnt="0">
        <dgm:presLayoutVars>
          <dgm:dir/>
          <dgm:resizeHandles val="exact"/>
        </dgm:presLayoutVars>
      </dgm:prSet>
      <dgm:spPr/>
    </dgm:pt>
    <dgm:pt modelId="{2323D367-5958-4CB9-A65F-DA867725AD60}" type="pres">
      <dgm:prSet presAssocID="{058F144C-0C4F-4CE6-ABA3-19BCC0E5E585}" presName="compNode" presStyleCnt="0"/>
      <dgm:spPr/>
    </dgm:pt>
    <dgm:pt modelId="{7211D1CC-C345-4AE8-8912-E2D8DD8D4305}" type="pres">
      <dgm:prSet presAssocID="{058F144C-0C4F-4CE6-ABA3-19BCC0E5E585}" presName="iconBgRect" presStyleLbl="bgShp" presStyleIdx="0" presStyleCnt="4"/>
      <dgm:spPr/>
    </dgm:pt>
    <dgm:pt modelId="{56254017-5EAD-48AE-A339-828CA1AC68E3}" type="pres">
      <dgm:prSet presAssocID="{058F144C-0C4F-4CE6-ABA3-19BCC0E5E58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25D2509C-FC46-487A-AD92-BD75646CD31A}" type="pres">
      <dgm:prSet presAssocID="{058F144C-0C4F-4CE6-ABA3-19BCC0E5E585}" presName="spaceRect" presStyleCnt="0"/>
      <dgm:spPr/>
    </dgm:pt>
    <dgm:pt modelId="{265ED3FC-1AF8-4396-9333-5FB0102C0950}" type="pres">
      <dgm:prSet presAssocID="{058F144C-0C4F-4CE6-ABA3-19BCC0E5E585}" presName="textRect" presStyleLbl="revTx" presStyleIdx="0" presStyleCnt="4">
        <dgm:presLayoutVars>
          <dgm:chMax val="1"/>
          <dgm:chPref val="1"/>
        </dgm:presLayoutVars>
      </dgm:prSet>
      <dgm:spPr/>
    </dgm:pt>
    <dgm:pt modelId="{944DA387-7EC0-4672-A162-52E05513E6A3}" type="pres">
      <dgm:prSet presAssocID="{9EB65B6A-5FDC-409D-B4E2-B087B0DE6904}" presName="sibTrans" presStyleLbl="sibTrans2D1" presStyleIdx="0" presStyleCnt="0"/>
      <dgm:spPr/>
    </dgm:pt>
    <dgm:pt modelId="{E6F08377-C22B-431C-9075-DC8105076544}" type="pres">
      <dgm:prSet presAssocID="{3A597E0F-08E3-466E-A15A-19DA565CA722}" presName="compNode" presStyleCnt="0"/>
      <dgm:spPr/>
    </dgm:pt>
    <dgm:pt modelId="{29FF8859-78EC-4EFD-8C47-58A5BB51D242}" type="pres">
      <dgm:prSet presAssocID="{3A597E0F-08E3-466E-A15A-19DA565CA722}" presName="iconBgRect" presStyleLbl="bgShp" presStyleIdx="1" presStyleCnt="4"/>
      <dgm:spPr/>
    </dgm:pt>
    <dgm:pt modelId="{1202B9E0-947D-44AD-99F3-B2F74FB7DE81}" type="pres">
      <dgm:prSet presAssocID="{3A597E0F-08E3-466E-A15A-19DA565CA72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09006A75-E9FD-4C5D-A499-09F035B167A1}" type="pres">
      <dgm:prSet presAssocID="{3A597E0F-08E3-466E-A15A-19DA565CA722}" presName="spaceRect" presStyleCnt="0"/>
      <dgm:spPr/>
    </dgm:pt>
    <dgm:pt modelId="{2F3E6639-EF6D-4167-B0E3-CF282EBEE557}" type="pres">
      <dgm:prSet presAssocID="{3A597E0F-08E3-466E-A15A-19DA565CA722}" presName="textRect" presStyleLbl="revTx" presStyleIdx="1" presStyleCnt="4">
        <dgm:presLayoutVars>
          <dgm:chMax val="1"/>
          <dgm:chPref val="1"/>
        </dgm:presLayoutVars>
      </dgm:prSet>
      <dgm:spPr/>
    </dgm:pt>
    <dgm:pt modelId="{CA83300C-9BEC-428F-82CA-01972A6F2B0A}" type="pres">
      <dgm:prSet presAssocID="{BFA1F4AC-779A-4664-BA94-0FDF1C14D049}" presName="sibTrans" presStyleLbl="sibTrans2D1" presStyleIdx="0" presStyleCnt="0"/>
      <dgm:spPr/>
    </dgm:pt>
    <dgm:pt modelId="{8E194816-6AAF-4A05-B3E2-C8516043C657}" type="pres">
      <dgm:prSet presAssocID="{4F596482-766E-4FBD-9F99-88B2B952FC9C}" presName="compNode" presStyleCnt="0"/>
      <dgm:spPr/>
    </dgm:pt>
    <dgm:pt modelId="{3537EBBE-8FBE-41A1-8D5D-DC5B064974B7}" type="pres">
      <dgm:prSet presAssocID="{4F596482-766E-4FBD-9F99-88B2B952FC9C}" presName="iconBgRect" presStyleLbl="bgShp" presStyleIdx="2" presStyleCnt="4"/>
      <dgm:spPr/>
    </dgm:pt>
    <dgm:pt modelId="{7A669DC6-3726-4130-A136-2A0374B5E29B}" type="pres">
      <dgm:prSet presAssocID="{4F596482-766E-4FBD-9F99-88B2B952FC9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274B907-13BF-49E3-886B-86D22CB78B38}" type="pres">
      <dgm:prSet presAssocID="{4F596482-766E-4FBD-9F99-88B2B952FC9C}" presName="spaceRect" presStyleCnt="0"/>
      <dgm:spPr/>
    </dgm:pt>
    <dgm:pt modelId="{AD2A136E-0C37-4365-8A64-B62BA0897B51}" type="pres">
      <dgm:prSet presAssocID="{4F596482-766E-4FBD-9F99-88B2B952FC9C}" presName="textRect" presStyleLbl="revTx" presStyleIdx="2" presStyleCnt="4">
        <dgm:presLayoutVars>
          <dgm:chMax val="1"/>
          <dgm:chPref val="1"/>
        </dgm:presLayoutVars>
      </dgm:prSet>
      <dgm:spPr/>
    </dgm:pt>
    <dgm:pt modelId="{45C19839-C8A5-46C8-827B-A9BC3BB17D46}" type="pres">
      <dgm:prSet presAssocID="{612D2844-6CF9-4BAC-8623-1A2221542763}" presName="sibTrans" presStyleLbl="sibTrans2D1" presStyleIdx="0" presStyleCnt="0"/>
      <dgm:spPr/>
    </dgm:pt>
    <dgm:pt modelId="{32F2B377-593A-4B23-AEAB-22B7770E4B60}" type="pres">
      <dgm:prSet presAssocID="{1E3BDFC1-0D51-4040-9ED0-88DB33101F5E}" presName="compNode" presStyleCnt="0"/>
      <dgm:spPr/>
    </dgm:pt>
    <dgm:pt modelId="{7C0E001D-0D09-4458-B511-0929FA56D4C7}" type="pres">
      <dgm:prSet presAssocID="{1E3BDFC1-0D51-4040-9ED0-88DB33101F5E}" presName="iconBgRect" presStyleLbl="bgShp" presStyleIdx="3" presStyleCnt="4"/>
      <dgm:spPr/>
    </dgm:pt>
    <dgm:pt modelId="{7593153A-714D-45AF-B333-F9C1CDCEB972}" type="pres">
      <dgm:prSet presAssocID="{1E3BDFC1-0D51-4040-9ED0-88DB33101F5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C00D111F-6111-4A9D-ADF1-2FB592F83AA7}" type="pres">
      <dgm:prSet presAssocID="{1E3BDFC1-0D51-4040-9ED0-88DB33101F5E}" presName="spaceRect" presStyleCnt="0"/>
      <dgm:spPr/>
    </dgm:pt>
    <dgm:pt modelId="{23A26E38-2269-4B73-A9C4-77538D2A0982}" type="pres">
      <dgm:prSet presAssocID="{1E3BDFC1-0D51-4040-9ED0-88DB33101F5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05B7A2B-B110-489E-B574-1D9C068E1D94}" type="presOf" srcId="{9EB65B6A-5FDC-409D-B4E2-B087B0DE6904}" destId="{944DA387-7EC0-4672-A162-52E05513E6A3}" srcOrd="0" destOrd="0" presId="urn:microsoft.com/office/officeart/2018/2/layout/IconCircleList"/>
    <dgm:cxn modelId="{0628542E-D2A4-44E7-9757-E7DE67491478}" type="presOf" srcId="{240C317D-D791-409A-99FA-D33B8F79F3E0}" destId="{04D53B1D-91B7-4B2E-8A50-1249010A50B6}" srcOrd="0" destOrd="0" presId="urn:microsoft.com/office/officeart/2018/2/layout/IconCircleList"/>
    <dgm:cxn modelId="{C7384D34-812F-4DBF-A1DB-54EE7BB580B4}" type="presOf" srcId="{BFA1F4AC-779A-4664-BA94-0FDF1C14D049}" destId="{CA83300C-9BEC-428F-82CA-01972A6F2B0A}" srcOrd="0" destOrd="0" presId="urn:microsoft.com/office/officeart/2018/2/layout/IconCircleList"/>
    <dgm:cxn modelId="{3F0C4561-0C65-4DFF-B82E-CAD286968224}" type="presOf" srcId="{058F144C-0C4F-4CE6-ABA3-19BCC0E5E585}" destId="{265ED3FC-1AF8-4396-9333-5FB0102C0950}" srcOrd="0" destOrd="0" presId="urn:microsoft.com/office/officeart/2018/2/layout/IconCircleList"/>
    <dgm:cxn modelId="{30A4446C-2275-4246-B7E2-6F1740FE0F8B}" srcId="{240C317D-D791-409A-99FA-D33B8F79F3E0}" destId="{3A597E0F-08E3-466E-A15A-19DA565CA722}" srcOrd="1" destOrd="0" parTransId="{39162D74-0D68-446D-8D82-BDB322A2DE5F}" sibTransId="{BFA1F4AC-779A-4664-BA94-0FDF1C14D049}"/>
    <dgm:cxn modelId="{791E237F-9475-45C0-86AD-52EB3F42A6EB}" type="presOf" srcId="{4F596482-766E-4FBD-9F99-88B2B952FC9C}" destId="{AD2A136E-0C37-4365-8A64-B62BA0897B51}" srcOrd="0" destOrd="0" presId="urn:microsoft.com/office/officeart/2018/2/layout/IconCircleList"/>
    <dgm:cxn modelId="{B0F8D0A0-AEF1-4B41-9264-119A07978986}" srcId="{240C317D-D791-409A-99FA-D33B8F79F3E0}" destId="{058F144C-0C4F-4CE6-ABA3-19BCC0E5E585}" srcOrd="0" destOrd="0" parTransId="{2110347A-5BC4-4376-8D95-2AB997F5EA10}" sibTransId="{9EB65B6A-5FDC-409D-B4E2-B087B0DE6904}"/>
    <dgm:cxn modelId="{53C728C2-740E-4810-A68F-BAAF0F589381}" srcId="{240C317D-D791-409A-99FA-D33B8F79F3E0}" destId="{1E3BDFC1-0D51-4040-9ED0-88DB33101F5E}" srcOrd="3" destOrd="0" parTransId="{BB6825D9-8425-4E02-ADFD-6854FF4522E9}" sibTransId="{DC9B0A4F-A2BA-42B4-9A05-8F7C096870AB}"/>
    <dgm:cxn modelId="{682737D0-4A5D-432D-A919-8B333400F9EA}" type="presOf" srcId="{612D2844-6CF9-4BAC-8623-1A2221542763}" destId="{45C19839-C8A5-46C8-827B-A9BC3BB17D46}" srcOrd="0" destOrd="0" presId="urn:microsoft.com/office/officeart/2018/2/layout/IconCircleList"/>
    <dgm:cxn modelId="{994E91F5-8187-4499-AEBA-F3979F04CFAC}" type="presOf" srcId="{3A597E0F-08E3-466E-A15A-19DA565CA722}" destId="{2F3E6639-EF6D-4167-B0E3-CF282EBEE557}" srcOrd="0" destOrd="0" presId="urn:microsoft.com/office/officeart/2018/2/layout/IconCircleList"/>
    <dgm:cxn modelId="{13593AF9-ADE9-42BE-ADC6-10941F6C0827}" type="presOf" srcId="{1E3BDFC1-0D51-4040-9ED0-88DB33101F5E}" destId="{23A26E38-2269-4B73-A9C4-77538D2A0982}" srcOrd="0" destOrd="0" presId="urn:microsoft.com/office/officeart/2018/2/layout/IconCircleList"/>
    <dgm:cxn modelId="{10B094FF-9190-4453-86BA-DFD90F8E9FB4}" srcId="{240C317D-D791-409A-99FA-D33B8F79F3E0}" destId="{4F596482-766E-4FBD-9F99-88B2B952FC9C}" srcOrd="2" destOrd="0" parTransId="{DD80D67D-69E2-4D18-AD33-D8E64BEC9DAA}" sibTransId="{612D2844-6CF9-4BAC-8623-1A2221542763}"/>
    <dgm:cxn modelId="{4E2B97AC-DD40-4222-97E6-6522EFC35B01}" type="presParOf" srcId="{04D53B1D-91B7-4B2E-8A50-1249010A50B6}" destId="{242DE2DE-3897-425A-A934-36381C1C5789}" srcOrd="0" destOrd="0" presId="urn:microsoft.com/office/officeart/2018/2/layout/IconCircleList"/>
    <dgm:cxn modelId="{DC2E56DB-D1D3-46F9-8BE1-F8720E2BC33B}" type="presParOf" srcId="{242DE2DE-3897-425A-A934-36381C1C5789}" destId="{2323D367-5958-4CB9-A65F-DA867725AD60}" srcOrd="0" destOrd="0" presId="urn:microsoft.com/office/officeart/2018/2/layout/IconCircleList"/>
    <dgm:cxn modelId="{81CB7B3A-256B-493B-B652-F0CC56874206}" type="presParOf" srcId="{2323D367-5958-4CB9-A65F-DA867725AD60}" destId="{7211D1CC-C345-4AE8-8912-E2D8DD8D4305}" srcOrd="0" destOrd="0" presId="urn:microsoft.com/office/officeart/2018/2/layout/IconCircleList"/>
    <dgm:cxn modelId="{BB7E6F95-3D61-4C13-B2D6-F83FA40BB33E}" type="presParOf" srcId="{2323D367-5958-4CB9-A65F-DA867725AD60}" destId="{56254017-5EAD-48AE-A339-828CA1AC68E3}" srcOrd="1" destOrd="0" presId="urn:microsoft.com/office/officeart/2018/2/layout/IconCircleList"/>
    <dgm:cxn modelId="{EFF3EFC3-DF70-4C92-B236-C47254C3DF0B}" type="presParOf" srcId="{2323D367-5958-4CB9-A65F-DA867725AD60}" destId="{25D2509C-FC46-487A-AD92-BD75646CD31A}" srcOrd="2" destOrd="0" presId="urn:microsoft.com/office/officeart/2018/2/layout/IconCircleList"/>
    <dgm:cxn modelId="{434B8A92-E847-4D0B-83FB-B219C426D95E}" type="presParOf" srcId="{2323D367-5958-4CB9-A65F-DA867725AD60}" destId="{265ED3FC-1AF8-4396-9333-5FB0102C0950}" srcOrd="3" destOrd="0" presId="urn:microsoft.com/office/officeart/2018/2/layout/IconCircleList"/>
    <dgm:cxn modelId="{2FF55D5B-8337-4D71-9724-65330A88CB5A}" type="presParOf" srcId="{242DE2DE-3897-425A-A934-36381C1C5789}" destId="{944DA387-7EC0-4672-A162-52E05513E6A3}" srcOrd="1" destOrd="0" presId="urn:microsoft.com/office/officeart/2018/2/layout/IconCircleList"/>
    <dgm:cxn modelId="{4EAC4EE9-5798-43CC-8B5A-0FD036859888}" type="presParOf" srcId="{242DE2DE-3897-425A-A934-36381C1C5789}" destId="{E6F08377-C22B-431C-9075-DC8105076544}" srcOrd="2" destOrd="0" presId="urn:microsoft.com/office/officeart/2018/2/layout/IconCircleList"/>
    <dgm:cxn modelId="{CDA0374A-0BD6-49E4-B22C-7F76697F84CF}" type="presParOf" srcId="{E6F08377-C22B-431C-9075-DC8105076544}" destId="{29FF8859-78EC-4EFD-8C47-58A5BB51D242}" srcOrd="0" destOrd="0" presId="urn:microsoft.com/office/officeart/2018/2/layout/IconCircleList"/>
    <dgm:cxn modelId="{610494D2-C3E4-44A8-B3FD-BDF04F6C8D7E}" type="presParOf" srcId="{E6F08377-C22B-431C-9075-DC8105076544}" destId="{1202B9E0-947D-44AD-99F3-B2F74FB7DE81}" srcOrd="1" destOrd="0" presId="urn:microsoft.com/office/officeart/2018/2/layout/IconCircleList"/>
    <dgm:cxn modelId="{621E42D2-83C5-418E-B8B9-3DAEFDA49332}" type="presParOf" srcId="{E6F08377-C22B-431C-9075-DC8105076544}" destId="{09006A75-E9FD-4C5D-A499-09F035B167A1}" srcOrd="2" destOrd="0" presId="urn:microsoft.com/office/officeart/2018/2/layout/IconCircleList"/>
    <dgm:cxn modelId="{CE34C360-8869-4EC2-9E25-81D5B76A3A22}" type="presParOf" srcId="{E6F08377-C22B-431C-9075-DC8105076544}" destId="{2F3E6639-EF6D-4167-B0E3-CF282EBEE557}" srcOrd="3" destOrd="0" presId="urn:microsoft.com/office/officeart/2018/2/layout/IconCircleList"/>
    <dgm:cxn modelId="{86E119B1-29BF-4F29-8203-0EA9378D3F18}" type="presParOf" srcId="{242DE2DE-3897-425A-A934-36381C1C5789}" destId="{CA83300C-9BEC-428F-82CA-01972A6F2B0A}" srcOrd="3" destOrd="0" presId="urn:microsoft.com/office/officeart/2018/2/layout/IconCircleList"/>
    <dgm:cxn modelId="{21E3D59F-01A8-420D-A485-84866AE6549F}" type="presParOf" srcId="{242DE2DE-3897-425A-A934-36381C1C5789}" destId="{8E194816-6AAF-4A05-B3E2-C8516043C657}" srcOrd="4" destOrd="0" presId="urn:microsoft.com/office/officeart/2018/2/layout/IconCircleList"/>
    <dgm:cxn modelId="{0F7A5971-0C66-49F7-B575-8E3273E62E9D}" type="presParOf" srcId="{8E194816-6AAF-4A05-B3E2-C8516043C657}" destId="{3537EBBE-8FBE-41A1-8D5D-DC5B064974B7}" srcOrd="0" destOrd="0" presId="urn:microsoft.com/office/officeart/2018/2/layout/IconCircleList"/>
    <dgm:cxn modelId="{8A5D774C-83D0-4DAC-9743-4AA8957F33B9}" type="presParOf" srcId="{8E194816-6AAF-4A05-B3E2-C8516043C657}" destId="{7A669DC6-3726-4130-A136-2A0374B5E29B}" srcOrd="1" destOrd="0" presId="urn:microsoft.com/office/officeart/2018/2/layout/IconCircleList"/>
    <dgm:cxn modelId="{B6291FD2-4A1E-49DB-A343-4C69F98DC988}" type="presParOf" srcId="{8E194816-6AAF-4A05-B3E2-C8516043C657}" destId="{D274B907-13BF-49E3-886B-86D22CB78B38}" srcOrd="2" destOrd="0" presId="urn:microsoft.com/office/officeart/2018/2/layout/IconCircleList"/>
    <dgm:cxn modelId="{48EFD818-55F0-43E5-B014-843C8EA4311E}" type="presParOf" srcId="{8E194816-6AAF-4A05-B3E2-C8516043C657}" destId="{AD2A136E-0C37-4365-8A64-B62BA0897B51}" srcOrd="3" destOrd="0" presId="urn:microsoft.com/office/officeart/2018/2/layout/IconCircleList"/>
    <dgm:cxn modelId="{D5CD1EEA-61DF-47B0-B81C-BB8E16AD095E}" type="presParOf" srcId="{242DE2DE-3897-425A-A934-36381C1C5789}" destId="{45C19839-C8A5-46C8-827B-A9BC3BB17D46}" srcOrd="5" destOrd="0" presId="urn:microsoft.com/office/officeart/2018/2/layout/IconCircleList"/>
    <dgm:cxn modelId="{84E7B200-D2D0-4706-AE00-B0C34CDAA321}" type="presParOf" srcId="{242DE2DE-3897-425A-A934-36381C1C5789}" destId="{32F2B377-593A-4B23-AEAB-22B7770E4B60}" srcOrd="6" destOrd="0" presId="urn:microsoft.com/office/officeart/2018/2/layout/IconCircleList"/>
    <dgm:cxn modelId="{D22A32DF-CA09-4DB0-AAC3-128C81C5C1C3}" type="presParOf" srcId="{32F2B377-593A-4B23-AEAB-22B7770E4B60}" destId="{7C0E001D-0D09-4458-B511-0929FA56D4C7}" srcOrd="0" destOrd="0" presId="urn:microsoft.com/office/officeart/2018/2/layout/IconCircleList"/>
    <dgm:cxn modelId="{A3436734-F433-476A-9E85-414A8FB03354}" type="presParOf" srcId="{32F2B377-593A-4B23-AEAB-22B7770E4B60}" destId="{7593153A-714D-45AF-B333-F9C1CDCEB972}" srcOrd="1" destOrd="0" presId="urn:microsoft.com/office/officeart/2018/2/layout/IconCircleList"/>
    <dgm:cxn modelId="{E8DDE720-B79D-4E9F-91F1-AF3F7A662DCF}" type="presParOf" srcId="{32F2B377-593A-4B23-AEAB-22B7770E4B60}" destId="{C00D111F-6111-4A9D-ADF1-2FB592F83AA7}" srcOrd="2" destOrd="0" presId="urn:microsoft.com/office/officeart/2018/2/layout/IconCircleList"/>
    <dgm:cxn modelId="{2E908A92-6F4C-48B3-AE77-887E7AF6AE56}" type="presParOf" srcId="{32F2B377-593A-4B23-AEAB-22B7770E4B60}" destId="{23A26E38-2269-4B73-A9C4-77538D2A098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ED0251-638C-4BAF-A810-19754E3A59E7}" type="doc">
      <dgm:prSet loTypeId="urn:microsoft.com/office/officeart/2018/2/layout/IconVerticalSolidList" loCatId="icon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2C4EC38-2A36-46C8-813C-325A3F5CCB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 Present</a:t>
          </a:r>
        </a:p>
      </dgm:t>
    </dgm:pt>
    <dgm:pt modelId="{4C9BCB8C-908C-4770-9247-8E275D6ED00C}" type="parTrans" cxnId="{16F98AE7-E483-4E82-96B3-3F6F6D2312DA}">
      <dgm:prSet/>
      <dgm:spPr/>
      <dgm:t>
        <a:bodyPr/>
        <a:lstStyle/>
        <a:p>
          <a:endParaRPr lang="en-US"/>
        </a:p>
      </dgm:t>
    </dgm:pt>
    <dgm:pt modelId="{1D5A1473-57D8-4E99-A6F6-21055F7142EB}" type="sibTrans" cxnId="{16F98AE7-E483-4E82-96B3-3F6F6D2312DA}">
      <dgm:prSet/>
      <dgm:spPr/>
      <dgm:t>
        <a:bodyPr/>
        <a:lstStyle/>
        <a:p>
          <a:endParaRPr lang="en-US"/>
        </a:p>
      </dgm:t>
    </dgm:pt>
    <dgm:pt modelId="{7059DD16-92AB-4218-B163-3DDC473048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 reachable during the shift and able to respond quickly to pages.</a:t>
          </a:r>
        </a:p>
      </dgm:t>
    </dgm:pt>
    <dgm:pt modelId="{11F4A497-230C-48A1-8A24-C210863FFFB1}" type="parTrans" cxnId="{D9077A62-32E5-4AB0-9EE9-75FF6ED687D5}">
      <dgm:prSet/>
      <dgm:spPr/>
      <dgm:t>
        <a:bodyPr/>
        <a:lstStyle/>
        <a:p>
          <a:endParaRPr lang="en-US"/>
        </a:p>
      </dgm:t>
    </dgm:pt>
    <dgm:pt modelId="{CEF4489A-48FE-4EB8-A2A6-6D58F54A6373}" type="sibTrans" cxnId="{D9077A62-32E5-4AB0-9EE9-75FF6ED687D5}">
      <dgm:prSet/>
      <dgm:spPr/>
      <dgm:t>
        <a:bodyPr/>
        <a:lstStyle/>
        <a:p>
          <a:endParaRPr lang="en-US"/>
        </a:p>
      </dgm:t>
    </dgm:pt>
    <dgm:pt modelId="{C8D1418C-1274-4D46-A44D-FBE9C9441C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Triage</a:t>
          </a:r>
        </a:p>
      </dgm:t>
    </dgm:pt>
    <dgm:pt modelId="{8D85C6E0-7578-4874-952A-A87AA577E79B}" type="parTrans" cxnId="{9AEA129D-7859-43F5-9373-CE88ABC5BC4C}">
      <dgm:prSet/>
      <dgm:spPr/>
      <dgm:t>
        <a:bodyPr/>
        <a:lstStyle/>
        <a:p>
          <a:endParaRPr lang="en-US"/>
        </a:p>
      </dgm:t>
    </dgm:pt>
    <dgm:pt modelId="{680E9B2F-BB06-403E-BBE9-1BC343BD5697}" type="sibTrans" cxnId="{9AEA129D-7859-43F5-9373-CE88ABC5BC4C}">
      <dgm:prSet/>
      <dgm:spPr/>
      <dgm:t>
        <a:bodyPr/>
        <a:lstStyle/>
        <a:p>
          <a:endParaRPr lang="en-US"/>
        </a:p>
      </dgm:t>
    </dgm:pt>
    <dgm:pt modelId="{D0628647-E39B-4CA7-8F59-A310B0BC2D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Triage alerts using runbooks, logs, and dashboards. Resolve or escalate within defined SLAs. </a:t>
          </a:r>
        </a:p>
      </dgm:t>
    </dgm:pt>
    <dgm:pt modelId="{BCAD8575-800B-4961-BBFB-21A9497FCA4F}" type="parTrans" cxnId="{8D828D01-50C8-48D4-9D3C-3A733A40375C}">
      <dgm:prSet/>
      <dgm:spPr/>
      <dgm:t>
        <a:bodyPr/>
        <a:lstStyle/>
        <a:p>
          <a:endParaRPr lang="en-US"/>
        </a:p>
      </dgm:t>
    </dgm:pt>
    <dgm:pt modelId="{B46B5BFE-77B9-4663-A476-8DED25106BAB}" type="sibTrans" cxnId="{8D828D01-50C8-48D4-9D3C-3A733A40375C}">
      <dgm:prSet/>
      <dgm:spPr/>
      <dgm:t>
        <a:bodyPr/>
        <a:lstStyle/>
        <a:p>
          <a:endParaRPr lang="en-US"/>
        </a:p>
      </dgm:t>
    </dgm:pt>
    <dgm:pt modelId="{FBFEED3F-7570-4AB3-B464-6EA87728A2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Communicate</a:t>
          </a:r>
        </a:p>
      </dgm:t>
    </dgm:pt>
    <dgm:pt modelId="{F03C1AB7-3391-4ECB-9EF4-49C57F2922DF}" type="parTrans" cxnId="{9A2669DE-4D73-4E4F-9F5C-55E55CF69EFA}">
      <dgm:prSet/>
      <dgm:spPr/>
      <dgm:t>
        <a:bodyPr/>
        <a:lstStyle/>
        <a:p>
          <a:endParaRPr lang="en-US"/>
        </a:p>
      </dgm:t>
    </dgm:pt>
    <dgm:pt modelId="{41207731-B899-4669-AAEB-FE2CE0C90983}" type="sibTrans" cxnId="{9A2669DE-4D73-4E4F-9F5C-55E55CF69EFA}">
      <dgm:prSet/>
      <dgm:spPr/>
      <dgm:t>
        <a:bodyPr/>
        <a:lstStyle/>
        <a:p>
          <a:endParaRPr lang="en-US"/>
        </a:p>
      </dgm:t>
    </dgm:pt>
    <dgm:pt modelId="{D72C7A7B-7859-4AE6-B53F-23A3E1A0A2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Communicate in shared channels so others can assist and learn.</a:t>
          </a:r>
        </a:p>
      </dgm:t>
    </dgm:pt>
    <dgm:pt modelId="{FA0A11FD-F414-4813-AEE3-9665B38C5071}" type="parTrans" cxnId="{28999433-9684-4C9E-BD2B-BCD112AE9F78}">
      <dgm:prSet/>
      <dgm:spPr/>
      <dgm:t>
        <a:bodyPr/>
        <a:lstStyle/>
        <a:p>
          <a:endParaRPr lang="en-US"/>
        </a:p>
      </dgm:t>
    </dgm:pt>
    <dgm:pt modelId="{7E87A544-4F3B-47F8-9A5A-8887DEEFE2DE}" type="sibTrans" cxnId="{28999433-9684-4C9E-BD2B-BCD112AE9F78}">
      <dgm:prSet/>
      <dgm:spPr/>
      <dgm:t>
        <a:bodyPr/>
        <a:lstStyle/>
        <a:p>
          <a:endParaRPr lang="en-US"/>
        </a:p>
      </dgm:t>
    </dgm:pt>
    <dgm:pt modelId="{8BD63388-B177-49AD-B8E2-8793BE35EE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</a:t>
          </a:r>
        </a:p>
      </dgm:t>
    </dgm:pt>
    <dgm:pt modelId="{7FA5D600-69D9-43A9-B64E-4CF2FAB5BF03}" type="parTrans" cxnId="{3FE0C713-E471-4135-8599-E19F67F1B6C6}">
      <dgm:prSet/>
      <dgm:spPr/>
      <dgm:t>
        <a:bodyPr/>
        <a:lstStyle/>
        <a:p>
          <a:endParaRPr lang="en-US"/>
        </a:p>
      </dgm:t>
    </dgm:pt>
    <dgm:pt modelId="{D37C40F9-1B26-4CD1-92D7-6DEEE07ACEF4}" type="sibTrans" cxnId="{3FE0C713-E471-4135-8599-E19F67F1B6C6}">
      <dgm:prSet/>
      <dgm:spPr/>
      <dgm:t>
        <a:bodyPr/>
        <a:lstStyle/>
        <a:p>
          <a:endParaRPr lang="en-US"/>
        </a:p>
      </dgm:t>
    </dgm:pt>
    <dgm:pt modelId="{C0707E4F-1BB0-4572-A789-40E02ACDE6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 a handoff summary at the end of the rotation.</a:t>
          </a:r>
        </a:p>
      </dgm:t>
    </dgm:pt>
    <dgm:pt modelId="{2EDA83E7-3EE2-4026-B603-0B344FA3DE3A}" type="parTrans" cxnId="{2798353A-0786-4FA6-AB9C-A581B8A543AE}">
      <dgm:prSet/>
      <dgm:spPr/>
      <dgm:t>
        <a:bodyPr/>
        <a:lstStyle/>
        <a:p>
          <a:endParaRPr lang="en-US"/>
        </a:p>
      </dgm:t>
    </dgm:pt>
    <dgm:pt modelId="{1F9EE1AA-E828-44F1-BB2E-EE9027A4EB00}" type="sibTrans" cxnId="{2798353A-0786-4FA6-AB9C-A581B8A543AE}">
      <dgm:prSet/>
      <dgm:spPr/>
      <dgm:t>
        <a:bodyPr/>
        <a:lstStyle/>
        <a:p>
          <a:endParaRPr lang="en-US"/>
        </a:p>
      </dgm:t>
    </dgm:pt>
    <dgm:pt modelId="{34A6C2CC-0E41-4D41-9F7C-C9A791AA411D}" type="pres">
      <dgm:prSet presAssocID="{F3ED0251-638C-4BAF-A810-19754E3A59E7}" presName="root" presStyleCnt="0">
        <dgm:presLayoutVars>
          <dgm:dir/>
          <dgm:resizeHandles val="exact"/>
        </dgm:presLayoutVars>
      </dgm:prSet>
      <dgm:spPr/>
    </dgm:pt>
    <dgm:pt modelId="{7081984B-7E4B-499D-82EB-09885C59BD24}" type="pres">
      <dgm:prSet presAssocID="{A2C4EC38-2A36-46C8-813C-325A3F5CCB63}" presName="compNode" presStyleCnt="0"/>
      <dgm:spPr/>
    </dgm:pt>
    <dgm:pt modelId="{55A6B5F5-EBB3-46C7-9B3C-1B610EFB1900}" type="pres">
      <dgm:prSet presAssocID="{A2C4EC38-2A36-46C8-813C-325A3F5CCB63}" presName="bgRect" presStyleLbl="bgShp" presStyleIdx="0" presStyleCnt="4"/>
      <dgm:spPr/>
    </dgm:pt>
    <dgm:pt modelId="{894E6EA3-0C71-4F07-BCD2-FB11C4C5D44A}" type="pres">
      <dgm:prSet presAssocID="{A2C4EC38-2A36-46C8-813C-325A3F5CCB6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DC2EDA5E-7401-4824-B3DC-A87D96552D71}" type="pres">
      <dgm:prSet presAssocID="{A2C4EC38-2A36-46C8-813C-325A3F5CCB63}" presName="spaceRect" presStyleCnt="0"/>
      <dgm:spPr/>
    </dgm:pt>
    <dgm:pt modelId="{A5F46E64-DB1F-4A2D-A4BA-CA2FAF0D2C32}" type="pres">
      <dgm:prSet presAssocID="{A2C4EC38-2A36-46C8-813C-325A3F5CCB63}" presName="parTx" presStyleLbl="revTx" presStyleIdx="0" presStyleCnt="8">
        <dgm:presLayoutVars>
          <dgm:chMax val="0"/>
          <dgm:chPref val="0"/>
        </dgm:presLayoutVars>
      </dgm:prSet>
      <dgm:spPr/>
    </dgm:pt>
    <dgm:pt modelId="{6E59E2EF-477B-4059-B7AC-D3E79FE509CE}" type="pres">
      <dgm:prSet presAssocID="{A2C4EC38-2A36-46C8-813C-325A3F5CCB63}" presName="desTx" presStyleLbl="revTx" presStyleIdx="1" presStyleCnt="8">
        <dgm:presLayoutVars/>
      </dgm:prSet>
      <dgm:spPr/>
    </dgm:pt>
    <dgm:pt modelId="{26608BEA-C943-4CE7-A3AE-35BE3F163D24}" type="pres">
      <dgm:prSet presAssocID="{1D5A1473-57D8-4E99-A6F6-21055F7142EB}" presName="sibTrans" presStyleCnt="0"/>
      <dgm:spPr/>
    </dgm:pt>
    <dgm:pt modelId="{F9039088-D094-45ED-A77D-942EA7473D3D}" type="pres">
      <dgm:prSet presAssocID="{C8D1418C-1274-4D46-A44D-FBE9C9441C07}" presName="compNode" presStyleCnt="0"/>
      <dgm:spPr/>
    </dgm:pt>
    <dgm:pt modelId="{7F3FB79E-F77F-4B34-B966-627FEFA92537}" type="pres">
      <dgm:prSet presAssocID="{C8D1418C-1274-4D46-A44D-FBE9C9441C07}" presName="bgRect" presStyleLbl="bgShp" presStyleIdx="1" presStyleCnt="4"/>
      <dgm:spPr/>
    </dgm:pt>
    <dgm:pt modelId="{561AF779-F7A3-459C-9CC5-1314B7464756}" type="pres">
      <dgm:prSet presAssocID="{C8D1418C-1274-4D46-A44D-FBE9C9441C0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9AEC82A8-D193-4A99-9B91-AD3B309B0041}" type="pres">
      <dgm:prSet presAssocID="{C8D1418C-1274-4D46-A44D-FBE9C9441C07}" presName="spaceRect" presStyleCnt="0"/>
      <dgm:spPr/>
    </dgm:pt>
    <dgm:pt modelId="{04FA6D4E-CD80-448F-9BB7-98561F7678B2}" type="pres">
      <dgm:prSet presAssocID="{C8D1418C-1274-4D46-A44D-FBE9C9441C07}" presName="parTx" presStyleLbl="revTx" presStyleIdx="2" presStyleCnt="8">
        <dgm:presLayoutVars>
          <dgm:chMax val="0"/>
          <dgm:chPref val="0"/>
        </dgm:presLayoutVars>
      </dgm:prSet>
      <dgm:spPr/>
    </dgm:pt>
    <dgm:pt modelId="{A3DC441F-0C6E-4063-ACCA-E6732A75BD64}" type="pres">
      <dgm:prSet presAssocID="{C8D1418C-1274-4D46-A44D-FBE9C9441C07}" presName="desTx" presStyleLbl="revTx" presStyleIdx="3" presStyleCnt="8">
        <dgm:presLayoutVars/>
      </dgm:prSet>
      <dgm:spPr/>
    </dgm:pt>
    <dgm:pt modelId="{10C226E3-DC11-4D03-A38A-155CFBB17E87}" type="pres">
      <dgm:prSet presAssocID="{680E9B2F-BB06-403E-BBE9-1BC343BD5697}" presName="sibTrans" presStyleCnt="0"/>
      <dgm:spPr/>
    </dgm:pt>
    <dgm:pt modelId="{B17543BD-584D-45AD-B69A-11A7C7DB2C37}" type="pres">
      <dgm:prSet presAssocID="{FBFEED3F-7570-4AB3-B464-6EA87728A2B7}" presName="compNode" presStyleCnt="0"/>
      <dgm:spPr/>
    </dgm:pt>
    <dgm:pt modelId="{0786AA82-354C-4A5F-AC8D-6D7AE609E1F3}" type="pres">
      <dgm:prSet presAssocID="{FBFEED3F-7570-4AB3-B464-6EA87728A2B7}" presName="bgRect" presStyleLbl="bgShp" presStyleIdx="2" presStyleCnt="4"/>
      <dgm:spPr/>
    </dgm:pt>
    <dgm:pt modelId="{ACE95E11-7B65-4B1A-8556-114EA9B9C1B9}" type="pres">
      <dgm:prSet presAssocID="{FBFEED3F-7570-4AB3-B464-6EA87728A2B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685BE783-5259-4579-8C9C-4F8BB5E79C8A}" type="pres">
      <dgm:prSet presAssocID="{FBFEED3F-7570-4AB3-B464-6EA87728A2B7}" presName="spaceRect" presStyleCnt="0"/>
      <dgm:spPr/>
    </dgm:pt>
    <dgm:pt modelId="{C7EFBAF0-6D17-4E4F-B45F-16BA5C909FBF}" type="pres">
      <dgm:prSet presAssocID="{FBFEED3F-7570-4AB3-B464-6EA87728A2B7}" presName="parTx" presStyleLbl="revTx" presStyleIdx="4" presStyleCnt="8">
        <dgm:presLayoutVars>
          <dgm:chMax val="0"/>
          <dgm:chPref val="0"/>
        </dgm:presLayoutVars>
      </dgm:prSet>
      <dgm:spPr/>
    </dgm:pt>
    <dgm:pt modelId="{B8046D3D-A3C6-440B-84BE-43C7F77C077C}" type="pres">
      <dgm:prSet presAssocID="{FBFEED3F-7570-4AB3-B464-6EA87728A2B7}" presName="desTx" presStyleLbl="revTx" presStyleIdx="5" presStyleCnt="8">
        <dgm:presLayoutVars/>
      </dgm:prSet>
      <dgm:spPr/>
    </dgm:pt>
    <dgm:pt modelId="{338E5010-30A3-473C-8F61-7605B3CA4B21}" type="pres">
      <dgm:prSet presAssocID="{41207731-B899-4669-AAEB-FE2CE0C90983}" presName="sibTrans" presStyleCnt="0"/>
      <dgm:spPr/>
    </dgm:pt>
    <dgm:pt modelId="{23E929FC-6C59-4CD9-8B39-F9DEF5FF45C5}" type="pres">
      <dgm:prSet presAssocID="{8BD63388-B177-49AD-B8E2-8793BE35EE41}" presName="compNode" presStyleCnt="0"/>
      <dgm:spPr/>
    </dgm:pt>
    <dgm:pt modelId="{D07C8EDA-2666-4995-B409-4064F8A8423F}" type="pres">
      <dgm:prSet presAssocID="{8BD63388-B177-49AD-B8E2-8793BE35EE41}" presName="bgRect" presStyleLbl="bgShp" presStyleIdx="3" presStyleCnt="4"/>
      <dgm:spPr/>
    </dgm:pt>
    <dgm:pt modelId="{404F7F8F-E93F-49AA-BF22-4D5F1C32473D}" type="pres">
      <dgm:prSet presAssocID="{8BD63388-B177-49AD-B8E2-8793BE35EE4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19B6F86A-959D-4447-AD5A-CC99DFBE8C64}" type="pres">
      <dgm:prSet presAssocID="{8BD63388-B177-49AD-B8E2-8793BE35EE41}" presName="spaceRect" presStyleCnt="0"/>
      <dgm:spPr/>
    </dgm:pt>
    <dgm:pt modelId="{1B2DA491-EB1A-45B3-8254-A2A231A5764C}" type="pres">
      <dgm:prSet presAssocID="{8BD63388-B177-49AD-B8E2-8793BE35EE41}" presName="parTx" presStyleLbl="revTx" presStyleIdx="6" presStyleCnt="8">
        <dgm:presLayoutVars>
          <dgm:chMax val="0"/>
          <dgm:chPref val="0"/>
        </dgm:presLayoutVars>
      </dgm:prSet>
      <dgm:spPr/>
    </dgm:pt>
    <dgm:pt modelId="{13FFE4B9-3CC7-4A2D-AEFA-4012C22AEFD9}" type="pres">
      <dgm:prSet presAssocID="{8BD63388-B177-49AD-B8E2-8793BE35EE41}" presName="desTx" presStyleLbl="revTx" presStyleIdx="7" presStyleCnt="8">
        <dgm:presLayoutVars/>
      </dgm:prSet>
      <dgm:spPr/>
    </dgm:pt>
  </dgm:ptLst>
  <dgm:cxnLst>
    <dgm:cxn modelId="{8D828D01-50C8-48D4-9D3C-3A733A40375C}" srcId="{C8D1418C-1274-4D46-A44D-FBE9C9441C07}" destId="{D0628647-E39B-4CA7-8F59-A310B0BC2D0A}" srcOrd="0" destOrd="0" parTransId="{BCAD8575-800B-4961-BBFB-21A9497FCA4F}" sibTransId="{B46B5BFE-77B9-4663-A476-8DED25106BAB}"/>
    <dgm:cxn modelId="{DC16A30E-85CF-4BAB-8610-DA7DA839AA68}" type="presOf" srcId="{D72C7A7B-7859-4AE6-B53F-23A3E1A0A275}" destId="{B8046D3D-A3C6-440B-84BE-43C7F77C077C}" srcOrd="0" destOrd="0" presId="urn:microsoft.com/office/officeart/2018/2/layout/IconVerticalSolidList"/>
    <dgm:cxn modelId="{3FE0C713-E471-4135-8599-E19F67F1B6C6}" srcId="{F3ED0251-638C-4BAF-A810-19754E3A59E7}" destId="{8BD63388-B177-49AD-B8E2-8793BE35EE41}" srcOrd="3" destOrd="0" parTransId="{7FA5D600-69D9-43A9-B64E-4CF2FAB5BF03}" sibTransId="{D37C40F9-1B26-4CD1-92D7-6DEEE07ACEF4}"/>
    <dgm:cxn modelId="{C989472D-FE78-4C67-AA51-AE5E27FF57F6}" type="presOf" srcId="{7059DD16-92AB-4218-B163-3DDC47304827}" destId="{6E59E2EF-477B-4059-B7AC-D3E79FE509CE}" srcOrd="0" destOrd="0" presId="urn:microsoft.com/office/officeart/2018/2/layout/IconVerticalSolidList"/>
    <dgm:cxn modelId="{28999433-9684-4C9E-BD2B-BCD112AE9F78}" srcId="{FBFEED3F-7570-4AB3-B464-6EA87728A2B7}" destId="{D72C7A7B-7859-4AE6-B53F-23A3E1A0A275}" srcOrd="0" destOrd="0" parTransId="{FA0A11FD-F414-4813-AEE3-9665B38C5071}" sibTransId="{7E87A544-4F3B-47F8-9A5A-8887DEEFE2DE}"/>
    <dgm:cxn modelId="{2798353A-0786-4FA6-AB9C-A581B8A543AE}" srcId="{8BD63388-B177-49AD-B8E2-8793BE35EE41}" destId="{C0707E4F-1BB0-4572-A789-40E02ACDE67C}" srcOrd="0" destOrd="0" parTransId="{2EDA83E7-3EE2-4026-B603-0B344FA3DE3A}" sibTransId="{1F9EE1AA-E828-44F1-BB2E-EE9027A4EB00}"/>
    <dgm:cxn modelId="{756FC760-FA48-453F-B4A5-35AE80938562}" type="presOf" srcId="{C0707E4F-1BB0-4572-A789-40E02ACDE67C}" destId="{13FFE4B9-3CC7-4A2D-AEFA-4012C22AEFD9}" srcOrd="0" destOrd="0" presId="urn:microsoft.com/office/officeart/2018/2/layout/IconVerticalSolidList"/>
    <dgm:cxn modelId="{D9077A62-32E5-4AB0-9EE9-75FF6ED687D5}" srcId="{A2C4EC38-2A36-46C8-813C-325A3F5CCB63}" destId="{7059DD16-92AB-4218-B163-3DDC47304827}" srcOrd="0" destOrd="0" parTransId="{11F4A497-230C-48A1-8A24-C210863FFFB1}" sibTransId="{CEF4489A-48FE-4EB8-A2A6-6D58F54A6373}"/>
    <dgm:cxn modelId="{B8BE1E57-2EE1-401F-A6AC-1D8E00F51AEB}" type="presOf" srcId="{F3ED0251-638C-4BAF-A810-19754E3A59E7}" destId="{34A6C2CC-0E41-4D41-9F7C-C9A791AA411D}" srcOrd="0" destOrd="0" presId="urn:microsoft.com/office/officeart/2018/2/layout/IconVerticalSolidList"/>
    <dgm:cxn modelId="{4FF22892-3C8D-459E-B337-D2E6AA66835D}" type="presOf" srcId="{FBFEED3F-7570-4AB3-B464-6EA87728A2B7}" destId="{C7EFBAF0-6D17-4E4F-B45F-16BA5C909FBF}" srcOrd="0" destOrd="0" presId="urn:microsoft.com/office/officeart/2018/2/layout/IconVerticalSolidList"/>
    <dgm:cxn modelId="{9AEA129D-7859-43F5-9373-CE88ABC5BC4C}" srcId="{F3ED0251-638C-4BAF-A810-19754E3A59E7}" destId="{C8D1418C-1274-4D46-A44D-FBE9C9441C07}" srcOrd="1" destOrd="0" parTransId="{8D85C6E0-7578-4874-952A-A87AA577E79B}" sibTransId="{680E9B2F-BB06-403E-BBE9-1BC343BD5697}"/>
    <dgm:cxn modelId="{CB5BFDA3-B4A8-4AEE-BC50-8E94A1128764}" type="presOf" srcId="{D0628647-E39B-4CA7-8F59-A310B0BC2D0A}" destId="{A3DC441F-0C6E-4063-ACCA-E6732A75BD64}" srcOrd="0" destOrd="0" presId="urn:microsoft.com/office/officeart/2018/2/layout/IconVerticalSolidList"/>
    <dgm:cxn modelId="{F9FC4EBC-5B31-4CA1-B25B-6E6AC0C0C8FB}" type="presOf" srcId="{C8D1418C-1274-4D46-A44D-FBE9C9441C07}" destId="{04FA6D4E-CD80-448F-9BB7-98561F7678B2}" srcOrd="0" destOrd="0" presId="urn:microsoft.com/office/officeart/2018/2/layout/IconVerticalSolidList"/>
    <dgm:cxn modelId="{9A2669DE-4D73-4E4F-9F5C-55E55CF69EFA}" srcId="{F3ED0251-638C-4BAF-A810-19754E3A59E7}" destId="{FBFEED3F-7570-4AB3-B464-6EA87728A2B7}" srcOrd="2" destOrd="0" parTransId="{F03C1AB7-3391-4ECB-9EF4-49C57F2922DF}" sibTransId="{41207731-B899-4669-AAEB-FE2CE0C90983}"/>
    <dgm:cxn modelId="{16F98AE7-E483-4E82-96B3-3F6F6D2312DA}" srcId="{F3ED0251-638C-4BAF-A810-19754E3A59E7}" destId="{A2C4EC38-2A36-46C8-813C-325A3F5CCB63}" srcOrd="0" destOrd="0" parTransId="{4C9BCB8C-908C-4770-9247-8E275D6ED00C}" sibTransId="{1D5A1473-57D8-4E99-A6F6-21055F7142EB}"/>
    <dgm:cxn modelId="{584195ED-E2CD-4BAF-BD16-BCEA84D95AA8}" type="presOf" srcId="{8BD63388-B177-49AD-B8E2-8793BE35EE41}" destId="{1B2DA491-EB1A-45B3-8254-A2A231A5764C}" srcOrd="0" destOrd="0" presId="urn:microsoft.com/office/officeart/2018/2/layout/IconVerticalSolidList"/>
    <dgm:cxn modelId="{073450F5-31FC-44BF-9C17-C6C6F747C7E0}" type="presOf" srcId="{A2C4EC38-2A36-46C8-813C-325A3F5CCB63}" destId="{A5F46E64-DB1F-4A2D-A4BA-CA2FAF0D2C32}" srcOrd="0" destOrd="0" presId="urn:microsoft.com/office/officeart/2018/2/layout/IconVerticalSolidList"/>
    <dgm:cxn modelId="{F56CA8AA-99FD-4056-836E-2D6EAE64C5BA}" type="presParOf" srcId="{34A6C2CC-0E41-4D41-9F7C-C9A791AA411D}" destId="{7081984B-7E4B-499D-82EB-09885C59BD24}" srcOrd="0" destOrd="0" presId="urn:microsoft.com/office/officeart/2018/2/layout/IconVerticalSolidList"/>
    <dgm:cxn modelId="{2A08B97C-BD46-4870-8946-C97981963531}" type="presParOf" srcId="{7081984B-7E4B-499D-82EB-09885C59BD24}" destId="{55A6B5F5-EBB3-46C7-9B3C-1B610EFB1900}" srcOrd="0" destOrd="0" presId="urn:microsoft.com/office/officeart/2018/2/layout/IconVerticalSolidList"/>
    <dgm:cxn modelId="{2FBBC6E4-081D-4035-A761-3E0D61053D6C}" type="presParOf" srcId="{7081984B-7E4B-499D-82EB-09885C59BD24}" destId="{894E6EA3-0C71-4F07-BCD2-FB11C4C5D44A}" srcOrd="1" destOrd="0" presId="urn:microsoft.com/office/officeart/2018/2/layout/IconVerticalSolidList"/>
    <dgm:cxn modelId="{EB2C6C3C-5AFC-4B3F-9B57-DD4FFDA610E7}" type="presParOf" srcId="{7081984B-7E4B-499D-82EB-09885C59BD24}" destId="{DC2EDA5E-7401-4824-B3DC-A87D96552D71}" srcOrd="2" destOrd="0" presId="urn:microsoft.com/office/officeart/2018/2/layout/IconVerticalSolidList"/>
    <dgm:cxn modelId="{A527CF98-0936-43F0-A81A-05F89A40367C}" type="presParOf" srcId="{7081984B-7E4B-499D-82EB-09885C59BD24}" destId="{A5F46E64-DB1F-4A2D-A4BA-CA2FAF0D2C32}" srcOrd="3" destOrd="0" presId="urn:microsoft.com/office/officeart/2018/2/layout/IconVerticalSolidList"/>
    <dgm:cxn modelId="{E9226D48-02FE-4328-8CC5-5433D3531CA2}" type="presParOf" srcId="{7081984B-7E4B-499D-82EB-09885C59BD24}" destId="{6E59E2EF-477B-4059-B7AC-D3E79FE509CE}" srcOrd="4" destOrd="0" presId="urn:microsoft.com/office/officeart/2018/2/layout/IconVerticalSolidList"/>
    <dgm:cxn modelId="{E9DCD2DE-9E3D-448F-A477-849434EFA410}" type="presParOf" srcId="{34A6C2CC-0E41-4D41-9F7C-C9A791AA411D}" destId="{26608BEA-C943-4CE7-A3AE-35BE3F163D24}" srcOrd="1" destOrd="0" presId="urn:microsoft.com/office/officeart/2018/2/layout/IconVerticalSolidList"/>
    <dgm:cxn modelId="{81CD1FB7-9B12-4501-8E53-E1093F0D5A12}" type="presParOf" srcId="{34A6C2CC-0E41-4D41-9F7C-C9A791AA411D}" destId="{F9039088-D094-45ED-A77D-942EA7473D3D}" srcOrd="2" destOrd="0" presId="urn:microsoft.com/office/officeart/2018/2/layout/IconVerticalSolidList"/>
    <dgm:cxn modelId="{AF456833-CCE6-4B32-820E-5274398641ED}" type="presParOf" srcId="{F9039088-D094-45ED-A77D-942EA7473D3D}" destId="{7F3FB79E-F77F-4B34-B966-627FEFA92537}" srcOrd="0" destOrd="0" presId="urn:microsoft.com/office/officeart/2018/2/layout/IconVerticalSolidList"/>
    <dgm:cxn modelId="{76B17FEA-DB51-4F8B-AA6F-B0F7C428E96A}" type="presParOf" srcId="{F9039088-D094-45ED-A77D-942EA7473D3D}" destId="{561AF779-F7A3-459C-9CC5-1314B7464756}" srcOrd="1" destOrd="0" presId="urn:microsoft.com/office/officeart/2018/2/layout/IconVerticalSolidList"/>
    <dgm:cxn modelId="{C79450AE-16EE-4F24-A89E-62E9797ED794}" type="presParOf" srcId="{F9039088-D094-45ED-A77D-942EA7473D3D}" destId="{9AEC82A8-D193-4A99-9B91-AD3B309B0041}" srcOrd="2" destOrd="0" presId="urn:microsoft.com/office/officeart/2018/2/layout/IconVerticalSolidList"/>
    <dgm:cxn modelId="{9468F4DC-9D4A-4047-81B6-27C3D15D3E0D}" type="presParOf" srcId="{F9039088-D094-45ED-A77D-942EA7473D3D}" destId="{04FA6D4E-CD80-448F-9BB7-98561F7678B2}" srcOrd="3" destOrd="0" presId="urn:microsoft.com/office/officeart/2018/2/layout/IconVerticalSolidList"/>
    <dgm:cxn modelId="{0362AC71-1C7C-4A6A-92A2-477F6C6D4F01}" type="presParOf" srcId="{F9039088-D094-45ED-A77D-942EA7473D3D}" destId="{A3DC441F-0C6E-4063-ACCA-E6732A75BD64}" srcOrd="4" destOrd="0" presId="urn:microsoft.com/office/officeart/2018/2/layout/IconVerticalSolidList"/>
    <dgm:cxn modelId="{18BF81DF-4AEF-4DE3-A10D-12C4A559177F}" type="presParOf" srcId="{34A6C2CC-0E41-4D41-9F7C-C9A791AA411D}" destId="{10C226E3-DC11-4D03-A38A-155CFBB17E87}" srcOrd="3" destOrd="0" presId="urn:microsoft.com/office/officeart/2018/2/layout/IconVerticalSolidList"/>
    <dgm:cxn modelId="{06D4F5F4-01CE-47F2-89D5-D073B6C8B2DC}" type="presParOf" srcId="{34A6C2CC-0E41-4D41-9F7C-C9A791AA411D}" destId="{B17543BD-584D-45AD-B69A-11A7C7DB2C37}" srcOrd="4" destOrd="0" presId="urn:microsoft.com/office/officeart/2018/2/layout/IconVerticalSolidList"/>
    <dgm:cxn modelId="{5FD48126-9DA4-46DB-89C9-D4C922BB30B0}" type="presParOf" srcId="{B17543BD-584D-45AD-B69A-11A7C7DB2C37}" destId="{0786AA82-354C-4A5F-AC8D-6D7AE609E1F3}" srcOrd="0" destOrd="0" presId="urn:microsoft.com/office/officeart/2018/2/layout/IconVerticalSolidList"/>
    <dgm:cxn modelId="{0947900D-6392-4F4B-982B-971B4F94E2D8}" type="presParOf" srcId="{B17543BD-584D-45AD-B69A-11A7C7DB2C37}" destId="{ACE95E11-7B65-4B1A-8556-114EA9B9C1B9}" srcOrd="1" destOrd="0" presId="urn:microsoft.com/office/officeart/2018/2/layout/IconVerticalSolidList"/>
    <dgm:cxn modelId="{1B8BD6E9-26A2-4F21-8709-8585239CCED3}" type="presParOf" srcId="{B17543BD-584D-45AD-B69A-11A7C7DB2C37}" destId="{685BE783-5259-4579-8C9C-4F8BB5E79C8A}" srcOrd="2" destOrd="0" presId="urn:microsoft.com/office/officeart/2018/2/layout/IconVerticalSolidList"/>
    <dgm:cxn modelId="{B793E14F-32AF-4BB7-859E-DE63C2A4365F}" type="presParOf" srcId="{B17543BD-584D-45AD-B69A-11A7C7DB2C37}" destId="{C7EFBAF0-6D17-4E4F-B45F-16BA5C909FBF}" srcOrd="3" destOrd="0" presId="urn:microsoft.com/office/officeart/2018/2/layout/IconVerticalSolidList"/>
    <dgm:cxn modelId="{4AB25FDF-0C0E-4B81-8263-13C67DE6C75E}" type="presParOf" srcId="{B17543BD-584D-45AD-B69A-11A7C7DB2C37}" destId="{B8046D3D-A3C6-440B-84BE-43C7F77C077C}" srcOrd="4" destOrd="0" presId="urn:microsoft.com/office/officeart/2018/2/layout/IconVerticalSolidList"/>
    <dgm:cxn modelId="{0F4E49C5-9BF2-423C-9DCE-5B0FAB72054E}" type="presParOf" srcId="{34A6C2CC-0E41-4D41-9F7C-C9A791AA411D}" destId="{338E5010-30A3-473C-8F61-7605B3CA4B21}" srcOrd="5" destOrd="0" presId="urn:microsoft.com/office/officeart/2018/2/layout/IconVerticalSolidList"/>
    <dgm:cxn modelId="{2929811A-C10F-44FB-B381-B5948FC8D790}" type="presParOf" srcId="{34A6C2CC-0E41-4D41-9F7C-C9A791AA411D}" destId="{23E929FC-6C59-4CD9-8B39-F9DEF5FF45C5}" srcOrd="6" destOrd="0" presId="urn:microsoft.com/office/officeart/2018/2/layout/IconVerticalSolidList"/>
    <dgm:cxn modelId="{43919FD9-A304-4CC2-AC32-82A81FB7DD1D}" type="presParOf" srcId="{23E929FC-6C59-4CD9-8B39-F9DEF5FF45C5}" destId="{D07C8EDA-2666-4995-B409-4064F8A8423F}" srcOrd="0" destOrd="0" presId="urn:microsoft.com/office/officeart/2018/2/layout/IconVerticalSolidList"/>
    <dgm:cxn modelId="{45806ED3-2934-4284-9F20-7B0527A466BD}" type="presParOf" srcId="{23E929FC-6C59-4CD9-8B39-F9DEF5FF45C5}" destId="{404F7F8F-E93F-49AA-BF22-4D5F1C32473D}" srcOrd="1" destOrd="0" presId="urn:microsoft.com/office/officeart/2018/2/layout/IconVerticalSolidList"/>
    <dgm:cxn modelId="{87893095-1F54-454F-B3F9-CE06DDD46994}" type="presParOf" srcId="{23E929FC-6C59-4CD9-8B39-F9DEF5FF45C5}" destId="{19B6F86A-959D-4447-AD5A-CC99DFBE8C64}" srcOrd="2" destOrd="0" presId="urn:microsoft.com/office/officeart/2018/2/layout/IconVerticalSolidList"/>
    <dgm:cxn modelId="{3D694E1F-DBA0-4349-A8AF-8F7926C59127}" type="presParOf" srcId="{23E929FC-6C59-4CD9-8B39-F9DEF5FF45C5}" destId="{1B2DA491-EB1A-45B3-8254-A2A231A5764C}" srcOrd="3" destOrd="0" presId="urn:microsoft.com/office/officeart/2018/2/layout/IconVerticalSolidList"/>
    <dgm:cxn modelId="{EDF8877D-8DD7-411B-84BD-0AB0082B2DDC}" type="presParOf" srcId="{23E929FC-6C59-4CD9-8B39-F9DEF5FF45C5}" destId="{13FFE4B9-3CC7-4A2D-AEFA-4012C22AEFD9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0327E93-9492-4B08-9E90-244C1F317030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48AE785-3627-44E2-B3D9-52F999D7474A}">
      <dgm:prSet/>
      <dgm:spPr/>
      <dgm:t>
        <a:bodyPr/>
        <a:lstStyle/>
        <a:p>
          <a:r>
            <a:rPr lang="en-US"/>
            <a:t>Devs, leads, and architects all participate in pager rotation.</a:t>
          </a:r>
        </a:p>
      </dgm:t>
    </dgm:pt>
    <dgm:pt modelId="{4C200F62-C4C3-4CDE-B21D-39F4B6232389}" type="parTrans" cxnId="{BBA32890-E703-429F-A8CA-03DBD53FDEF9}">
      <dgm:prSet/>
      <dgm:spPr/>
      <dgm:t>
        <a:bodyPr/>
        <a:lstStyle/>
        <a:p>
          <a:endParaRPr lang="en-US"/>
        </a:p>
      </dgm:t>
    </dgm:pt>
    <dgm:pt modelId="{45440D1E-691A-4271-9F4E-E325C1F9E9B8}" type="sibTrans" cxnId="{BBA32890-E703-429F-A8CA-03DBD53FDEF9}">
      <dgm:prSet/>
      <dgm:spPr/>
      <dgm:t>
        <a:bodyPr/>
        <a:lstStyle/>
        <a:p>
          <a:endParaRPr lang="en-US"/>
        </a:p>
      </dgm:t>
    </dgm:pt>
    <dgm:pt modelId="{8044990F-178C-47B9-8F57-65EBFE59A643}">
      <dgm:prSet/>
      <dgm:spPr/>
      <dgm:t>
        <a:bodyPr/>
        <a:lstStyle/>
        <a:p>
          <a:r>
            <a:rPr lang="en-US"/>
            <a:t>Managers join the rotation often to see impact and prioritize reliability work appropriately.</a:t>
          </a:r>
        </a:p>
      </dgm:t>
    </dgm:pt>
    <dgm:pt modelId="{1069EBC8-397F-4EB3-B030-308219296E48}" type="parTrans" cxnId="{75232160-29CD-4DAF-A4E7-C9DE068575BA}">
      <dgm:prSet/>
      <dgm:spPr/>
      <dgm:t>
        <a:bodyPr/>
        <a:lstStyle/>
        <a:p>
          <a:endParaRPr lang="en-US"/>
        </a:p>
      </dgm:t>
    </dgm:pt>
    <dgm:pt modelId="{46C5D510-5D8F-4818-BC4F-18E2C8E49965}" type="sibTrans" cxnId="{75232160-29CD-4DAF-A4E7-C9DE068575BA}">
      <dgm:prSet/>
      <dgm:spPr/>
      <dgm:t>
        <a:bodyPr/>
        <a:lstStyle/>
        <a:p>
          <a:endParaRPr lang="en-US"/>
        </a:p>
      </dgm:t>
    </dgm:pt>
    <dgm:pt modelId="{2DE6BA48-BA79-4765-A945-3CBD0BD3DFF5}">
      <dgm:prSet/>
      <dgm:spPr/>
      <dgm:t>
        <a:bodyPr/>
        <a:lstStyle/>
        <a:p>
          <a:r>
            <a:rPr lang="en-US"/>
            <a:t>Run blameless post-incident reviews to turn outages into learning opportunities.</a:t>
          </a:r>
        </a:p>
      </dgm:t>
    </dgm:pt>
    <dgm:pt modelId="{4F67D070-6829-4016-97BC-9A9A75F53783}" type="parTrans" cxnId="{53CAD0EC-AD9B-41EA-B369-2CD41445B7F8}">
      <dgm:prSet/>
      <dgm:spPr/>
      <dgm:t>
        <a:bodyPr/>
        <a:lstStyle/>
        <a:p>
          <a:endParaRPr lang="en-US"/>
        </a:p>
      </dgm:t>
    </dgm:pt>
    <dgm:pt modelId="{7DA415A1-AEC9-425C-A953-0A51897F2D1B}" type="sibTrans" cxnId="{53CAD0EC-AD9B-41EA-B369-2CD41445B7F8}">
      <dgm:prSet/>
      <dgm:spPr/>
      <dgm:t>
        <a:bodyPr/>
        <a:lstStyle/>
        <a:p>
          <a:endParaRPr lang="en-US"/>
        </a:p>
      </dgm:t>
    </dgm:pt>
    <dgm:pt modelId="{E5BCE83B-4552-436A-B40B-1F923502EDB5}">
      <dgm:prSet/>
      <dgm:spPr/>
      <dgm:t>
        <a:bodyPr/>
        <a:lstStyle/>
        <a:p>
          <a:r>
            <a:rPr lang="en-US"/>
            <a:t>Emphasize that on-call is about owning and improving the service, not just answering pages.</a:t>
          </a:r>
        </a:p>
      </dgm:t>
    </dgm:pt>
    <dgm:pt modelId="{D913B9DF-95E1-45DA-81AE-14D17A33277B}" type="parTrans" cxnId="{34A20CA4-7D45-4F0C-8081-9F3262A22A54}">
      <dgm:prSet/>
      <dgm:spPr/>
      <dgm:t>
        <a:bodyPr/>
        <a:lstStyle/>
        <a:p>
          <a:endParaRPr lang="en-US"/>
        </a:p>
      </dgm:t>
    </dgm:pt>
    <dgm:pt modelId="{B5151C0C-26C9-4A32-B65B-0E369415AE60}" type="sibTrans" cxnId="{34A20CA4-7D45-4F0C-8081-9F3262A22A54}">
      <dgm:prSet/>
      <dgm:spPr/>
      <dgm:t>
        <a:bodyPr/>
        <a:lstStyle/>
        <a:p>
          <a:endParaRPr lang="en-US"/>
        </a:p>
      </dgm:t>
    </dgm:pt>
    <dgm:pt modelId="{D1CE3E06-06E5-46DC-BE9E-0AFF26462C9A}" type="pres">
      <dgm:prSet presAssocID="{D0327E93-9492-4B08-9E90-244C1F317030}" presName="vert0" presStyleCnt="0">
        <dgm:presLayoutVars>
          <dgm:dir/>
          <dgm:animOne val="branch"/>
          <dgm:animLvl val="lvl"/>
        </dgm:presLayoutVars>
      </dgm:prSet>
      <dgm:spPr/>
    </dgm:pt>
    <dgm:pt modelId="{673DC629-0DCD-4594-937B-72F9257CA436}" type="pres">
      <dgm:prSet presAssocID="{748AE785-3627-44E2-B3D9-52F999D7474A}" presName="thickLine" presStyleLbl="alignNode1" presStyleIdx="0" presStyleCnt="4"/>
      <dgm:spPr/>
    </dgm:pt>
    <dgm:pt modelId="{51514EB8-2773-4CFA-AB06-76C9F7FB78A6}" type="pres">
      <dgm:prSet presAssocID="{748AE785-3627-44E2-B3D9-52F999D7474A}" presName="horz1" presStyleCnt="0"/>
      <dgm:spPr/>
    </dgm:pt>
    <dgm:pt modelId="{B6FA41AE-156E-4BCE-9ED5-D9E196FC6082}" type="pres">
      <dgm:prSet presAssocID="{748AE785-3627-44E2-B3D9-52F999D7474A}" presName="tx1" presStyleLbl="revTx" presStyleIdx="0" presStyleCnt="4"/>
      <dgm:spPr/>
    </dgm:pt>
    <dgm:pt modelId="{6703A9EC-F065-440E-B60B-A6DDBD6F1F37}" type="pres">
      <dgm:prSet presAssocID="{748AE785-3627-44E2-B3D9-52F999D7474A}" presName="vert1" presStyleCnt="0"/>
      <dgm:spPr/>
    </dgm:pt>
    <dgm:pt modelId="{B9C1917D-8398-4996-8EA9-96A590AB5D91}" type="pres">
      <dgm:prSet presAssocID="{8044990F-178C-47B9-8F57-65EBFE59A643}" presName="thickLine" presStyleLbl="alignNode1" presStyleIdx="1" presStyleCnt="4"/>
      <dgm:spPr/>
    </dgm:pt>
    <dgm:pt modelId="{F29DDBFD-E2BF-4200-9530-2C2DD3314FDE}" type="pres">
      <dgm:prSet presAssocID="{8044990F-178C-47B9-8F57-65EBFE59A643}" presName="horz1" presStyleCnt="0"/>
      <dgm:spPr/>
    </dgm:pt>
    <dgm:pt modelId="{B30D80EB-9E28-4DBA-9E03-CED6C87A18CF}" type="pres">
      <dgm:prSet presAssocID="{8044990F-178C-47B9-8F57-65EBFE59A643}" presName="tx1" presStyleLbl="revTx" presStyleIdx="1" presStyleCnt="4"/>
      <dgm:spPr/>
    </dgm:pt>
    <dgm:pt modelId="{C22AA21A-9735-4313-B207-C34DB388FD7F}" type="pres">
      <dgm:prSet presAssocID="{8044990F-178C-47B9-8F57-65EBFE59A643}" presName="vert1" presStyleCnt="0"/>
      <dgm:spPr/>
    </dgm:pt>
    <dgm:pt modelId="{14A7765B-9F35-477E-BC4E-65C9D40BFF3F}" type="pres">
      <dgm:prSet presAssocID="{2DE6BA48-BA79-4765-A945-3CBD0BD3DFF5}" presName="thickLine" presStyleLbl="alignNode1" presStyleIdx="2" presStyleCnt="4"/>
      <dgm:spPr/>
    </dgm:pt>
    <dgm:pt modelId="{DC243B38-14D7-4AA1-84C8-1829B82892E0}" type="pres">
      <dgm:prSet presAssocID="{2DE6BA48-BA79-4765-A945-3CBD0BD3DFF5}" presName="horz1" presStyleCnt="0"/>
      <dgm:spPr/>
    </dgm:pt>
    <dgm:pt modelId="{9E32E3CB-6746-472C-8268-BC370AB2F193}" type="pres">
      <dgm:prSet presAssocID="{2DE6BA48-BA79-4765-A945-3CBD0BD3DFF5}" presName="tx1" presStyleLbl="revTx" presStyleIdx="2" presStyleCnt="4"/>
      <dgm:spPr/>
    </dgm:pt>
    <dgm:pt modelId="{8185F1C2-DA1C-41C4-BF69-0018A6B11D75}" type="pres">
      <dgm:prSet presAssocID="{2DE6BA48-BA79-4765-A945-3CBD0BD3DFF5}" presName="vert1" presStyleCnt="0"/>
      <dgm:spPr/>
    </dgm:pt>
    <dgm:pt modelId="{D1444A4E-11B3-4CBE-8EC0-6650CD18A120}" type="pres">
      <dgm:prSet presAssocID="{E5BCE83B-4552-436A-B40B-1F923502EDB5}" presName="thickLine" presStyleLbl="alignNode1" presStyleIdx="3" presStyleCnt="4"/>
      <dgm:spPr/>
    </dgm:pt>
    <dgm:pt modelId="{E586FF85-F70C-46D0-ACD8-829C20A1E8B4}" type="pres">
      <dgm:prSet presAssocID="{E5BCE83B-4552-436A-B40B-1F923502EDB5}" presName="horz1" presStyleCnt="0"/>
      <dgm:spPr/>
    </dgm:pt>
    <dgm:pt modelId="{42183063-295A-4A0D-BCD2-698B8ED278FA}" type="pres">
      <dgm:prSet presAssocID="{E5BCE83B-4552-436A-B40B-1F923502EDB5}" presName="tx1" presStyleLbl="revTx" presStyleIdx="3" presStyleCnt="4"/>
      <dgm:spPr/>
    </dgm:pt>
    <dgm:pt modelId="{BAA2E581-C248-48EB-B6FB-0DF68B49F4DF}" type="pres">
      <dgm:prSet presAssocID="{E5BCE83B-4552-436A-B40B-1F923502EDB5}" presName="vert1" presStyleCnt="0"/>
      <dgm:spPr/>
    </dgm:pt>
  </dgm:ptLst>
  <dgm:cxnLst>
    <dgm:cxn modelId="{92F90634-99C8-4A6B-9E45-307D84F4E0C9}" type="presOf" srcId="{D0327E93-9492-4B08-9E90-244C1F317030}" destId="{D1CE3E06-06E5-46DC-BE9E-0AFF26462C9A}" srcOrd="0" destOrd="0" presId="urn:microsoft.com/office/officeart/2008/layout/LinedList"/>
    <dgm:cxn modelId="{75232160-29CD-4DAF-A4E7-C9DE068575BA}" srcId="{D0327E93-9492-4B08-9E90-244C1F317030}" destId="{8044990F-178C-47B9-8F57-65EBFE59A643}" srcOrd="1" destOrd="0" parTransId="{1069EBC8-397F-4EB3-B030-308219296E48}" sibTransId="{46C5D510-5D8F-4818-BC4F-18E2C8E49965}"/>
    <dgm:cxn modelId="{5F04D46C-2694-4278-AD6E-1449E3861236}" type="presOf" srcId="{E5BCE83B-4552-436A-B40B-1F923502EDB5}" destId="{42183063-295A-4A0D-BCD2-698B8ED278FA}" srcOrd="0" destOrd="0" presId="urn:microsoft.com/office/officeart/2008/layout/LinedList"/>
    <dgm:cxn modelId="{5FACF18A-2B55-4B1E-876A-DF6CE9E318D6}" type="presOf" srcId="{748AE785-3627-44E2-B3D9-52F999D7474A}" destId="{B6FA41AE-156E-4BCE-9ED5-D9E196FC6082}" srcOrd="0" destOrd="0" presId="urn:microsoft.com/office/officeart/2008/layout/LinedList"/>
    <dgm:cxn modelId="{BBA32890-E703-429F-A8CA-03DBD53FDEF9}" srcId="{D0327E93-9492-4B08-9E90-244C1F317030}" destId="{748AE785-3627-44E2-B3D9-52F999D7474A}" srcOrd="0" destOrd="0" parTransId="{4C200F62-C4C3-4CDE-B21D-39F4B6232389}" sibTransId="{45440D1E-691A-4271-9F4E-E325C1F9E9B8}"/>
    <dgm:cxn modelId="{2F612C91-5338-45FD-8B2B-DB0C0F374431}" type="presOf" srcId="{8044990F-178C-47B9-8F57-65EBFE59A643}" destId="{B30D80EB-9E28-4DBA-9E03-CED6C87A18CF}" srcOrd="0" destOrd="0" presId="urn:microsoft.com/office/officeart/2008/layout/LinedList"/>
    <dgm:cxn modelId="{34A20CA4-7D45-4F0C-8081-9F3262A22A54}" srcId="{D0327E93-9492-4B08-9E90-244C1F317030}" destId="{E5BCE83B-4552-436A-B40B-1F923502EDB5}" srcOrd="3" destOrd="0" parTransId="{D913B9DF-95E1-45DA-81AE-14D17A33277B}" sibTransId="{B5151C0C-26C9-4A32-B65B-0E369415AE60}"/>
    <dgm:cxn modelId="{F8CA50CC-553B-4409-9A33-32F2E946791A}" type="presOf" srcId="{2DE6BA48-BA79-4765-A945-3CBD0BD3DFF5}" destId="{9E32E3CB-6746-472C-8268-BC370AB2F193}" srcOrd="0" destOrd="0" presId="urn:microsoft.com/office/officeart/2008/layout/LinedList"/>
    <dgm:cxn modelId="{53CAD0EC-AD9B-41EA-B369-2CD41445B7F8}" srcId="{D0327E93-9492-4B08-9E90-244C1F317030}" destId="{2DE6BA48-BA79-4765-A945-3CBD0BD3DFF5}" srcOrd="2" destOrd="0" parTransId="{4F67D070-6829-4016-97BC-9A9A75F53783}" sibTransId="{7DA415A1-AEC9-425C-A953-0A51897F2D1B}"/>
    <dgm:cxn modelId="{689A9D7B-1316-4B1C-9368-448CC97D96D0}" type="presParOf" srcId="{D1CE3E06-06E5-46DC-BE9E-0AFF26462C9A}" destId="{673DC629-0DCD-4594-937B-72F9257CA436}" srcOrd="0" destOrd="0" presId="urn:microsoft.com/office/officeart/2008/layout/LinedList"/>
    <dgm:cxn modelId="{B42D0C04-1BC0-45FA-8615-4B2714D38CA1}" type="presParOf" srcId="{D1CE3E06-06E5-46DC-BE9E-0AFF26462C9A}" destId="{51514EB8-2773-4CFA-AB06-76C9F7FB78A6}" srcOrd="1" destOrd="0" presId="urn:microsoft.com/office/officeart/2008/layout/LinedList"/>
    <dgm:cxn modelId="{D964EB0A-D2B4-4351-B690-EBCB783B9A12}" type="presParOf" srcId="{51514EB8-2773-4CFA-AB06-76C9F7FB78A6}" destId="{B6FA41AE-156E-4BCE-9ED5-D9E196FC6082}" srcOrd="0" destOrd="0" presId="urn:microsoft.com/office/officeart/2008/layout/LinedList"/>
    <dgm:cxn modelId="{92E18E4E-4AA6-47DF-95C8-EC6D571EF774}" type="presParOf" srcId="{51514EB8-2773-4CFA-AB06-76C9F7FB78A6}" destId="{6703A9EC-F065-440E-B60B-A6DDBD6F1F37}" srcOrd="1" destOrd="0" presId="urn:microsoft.com/office/officeart/2008/layout/LinedList"/>
    <dgm:cxn modelId="{0D11BB5A-D956-462E-8DF6-CEA58D95200E}" type="presParOf" srcId="{D1CE3E06-06E5-46DC-BE9E-0AFF26462C9A}" destId="{B9C1917D-8398-4996-8EA9-96A590AB5D91}" srcOrd="2" destOrd="0" presId="urn:microsoft.com/office/officeart/2008/layout/LinedList"/>
    <dgm:cxn modelId="{02B5B50E-BDD1-4B39-89F3-FFF6231957D2}" type="presParOf" srcId="{D1CE3E06-06E5-46DC-BE9E-0AFF26462C9A}" destId="{F29DDBFD-E2BF-4200-9530-2C2DD3314FDE}" srcOrd="3" destOrd="0" presId="urn:microsoft.com/office/officeart/2008/layout/LinedList"/>
    <dgm:cxn modelId="{BD8A9546-E95C-4761-BC1C-220B083D90A7}" type="presParOf" srcId="{F29DDBFD-E2BF-4200-9530-2C2DD3314FDE}" destId="{B30D80EB-9E28-4DBA-9E03-CED6C87A18CF}" srcOrd="0" destOrd="0" presId="urn:microsoft.com/office/officeart/2008/layout/LinedList"/>
    <dgm:cxn modelId="{BFCD4DF2-7D6D-4FE8-97B9-852234F3B8A1}" type="presParOf" srcId="{F29DDBFD-E2BF-4200-9530-2C2DD3314FDE}" destId="{C22AA21A-9735-4313-B207-C34DB388FD7F}" srcOrd="1" destOrd="0" presId="urn:microsoft.com/office/officeart/2008/layout/LinedList"/>
    <dgm:cxn modelId="{C3C0FC86-4FBB-4DD9-8C8E-1751DE3F18AD}" type="presParOf" srcId="{D1CE3E06-06E5-46DC-BE9E-0AFF26462C9A}" destId="{14A7765B-9F35-477E-BC4E-65C9D40BFF3F}" srcOrd="4" destOrd="0" presId="urn:microsoft.com/office/officeart/2008/layout/LinedList"/>
    <dgm:cxn modelId="{1BD69ED1-E33C-4BBE-B03F-303E53F25C37}" type="presParOf" srcId="{D1CE3E06-06E5-46DC-BE9E-0AFF26462C9A}" destId="{DC243B38-14D7-4AA1-84C8-1829B82892E0}" srcOrd="5" destOrd="0" presId="urn:microsoft.com/office/officeart/2008/layout/LinedList"/>
    <dgm:cxn modelId="{975E5186-8962-48E6-9069-6940C143BB8B}" type="presParOf" srcId="{DC243B38-14D7-4AA1-84C8-1829B82892E0}" destId="{9E32E3CB-6746-472C-8268-BC370AB2F193}" srcOrd="0" destOrd="0" presId="urn:microsoft.com/office/officeart/2008/layout/LinedList"/>
    <dgm:cxn modelId="{261DB1E2-75ED-4AF6-A1C9-C381E3525E1C}" type="presParOf" srcId="{DC243B38-14D7-4AA1-84C8-1829B82892E0}" destId="{8185F1C2-DA1C-41C4-BF69-0018A6B11D75}" srcOrd="1" destOrd="0" presId="urn:microsoft.com/office/officeart/2008/layout/LinedList"/>
    <dgm:cxn modelId="{02A79F51-E874-4B05-A517-8046F873EDE9}" type="presParOf" srcId="{D1CE3E06-06E5-46DC-BE9E-0AFF26462C9A}" destId="{D1444A4E-11B3-4CBE-8EC0-6650CD18A120}" srcOrd="6" destOrd="0" presId="urn:microsoft.com/office/officeart/2008/layout/LinedList"/>
    <dgm:cxn modelId="{1720A074-4718-4E7A-9188-C7D6D7D4F2D1}" type="presParOf" srcId="{D1CE3E06-06E5-46DC-BE9E-0AFF26462C9A}" destId="{E586FF85-F70C-46D0-ACD8-829C20A1E8B4}" srcOrd="7" destOrd="0" presId="urn:microsoft.com/office/officeart/2008/layout/LinedList"/>
    <dgm:cxn modelId="{C5350BAE-C94C-4063-A3B6-DDF032A09609}" type="presParOf" srcId="{E586FF85-F70C-46D0-ACD8-829C20A1E8B4}" destId="{42183063-295A-4A0D-BCD2-698B8ED278FA}" srcOrd="0" destOrd="0" presId="urn:microsoft.com/office/officeart/2008/layout/LinedList"/>
    <dgm:cxn modelId="{7E2D2C34-D649-4749-8E79-ADC0B2E7FBEE}" type="presParOf" srcId="{E586FF85-F70C-46D0-ACD8-829C20A1E8B4}" destId="{BAA2E581-C248-48EB-B6FB-0DF68B49F4D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BA699BD-6E4D-4AE6-B885-1CFEA2638B1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D4C3F3-3038-4F94-9B5F-B85E2B764671}">
      <dgm:prSet/>
      <dgm:spPr/>
      <dgm:t>
        <a:bodyPr/>
        <a:lstStyle/>
        <a:p>
          <a:r>
            <a:rPr lang="en-US"/>
            <a:t>Monitoring and alerting platforms route alerts to the correct rotation.</a:t>
          </a:r>
        </a:p>
      </dgm:t>
    </dgm:pt>
    <dgm:pt modelId="{5DE3E0DF-9B0C-4DE9-A620-EC62681D24C5}" type="parTrans" cxnId="{DDA4D33C-D0B4-4FF8-8187-E6CF7048C35A}">
      <dgm:prSet/>
      <dgm:spPr/>
      <dgm:t>
        <a:bodyPr/>
        <a:lstStyle/>
        <a:p>
          <a:endParaRPr lang="en-US"/>
        </a:p>
      </dgm:t>
    </dgm:pt>
    <dgm:pt modelId="{94E939C8-F8CC-472B-BCB6-5EE23CAC669D}" type="sibTrans" cxnId="{DDA4D33C-D0B4-4FF8-8187-E6CF7048C35A}">
      <dgm:prSet/>
      <dgm:spPr/>
      <dgm:t>
        <a:bodyPr/>
        <a:lstStyle/>
        <a:p>
          <a:endParaRPr lang="en-US"/>
        </a:p>
      </dgm:t>
    </dgm:pt>
    <dgm:pt modelId="{667F41ED-262D-4FA0-9676-143988BB3F1E}">
      <dgm:prSet/>
      <dgm:spPr/>
      <dgm:t>
        <a:bodyPr/>
        <a:lstStyle/>
        <a:p>
          <a:r>
            <a:rPr lang="en-US"/>
            <a:t>Use incident management tools with integrated chat and dashboards to coordinate response and capture history.</a:t>
          </a:r>
        </a:p>
      </dgm:t>
    </dgm:pt>
    <dgm:pt modelId="{A690B7DF-78CB-48FA-A264-FA428AE7D87E}" type="parTrans" cxnId="{A4693C6F-F227-4291-A0B5-72F8E98022EF}">
      <dgm:prSet/>
      <dgm:spPr/>
      <dgm:t>
        <a:bodyPr/>
        <a:lstStyle/>
        <a:p>
          <a:endParaRPr lang="en-US"/>
        </a:p>
      </dgm:t>
    </dgm:pt>
    <dgm:pt modelId="{62DF7C1F-CFD2-4F05-B7FA-6F016F73BB57}" type="sibTrans" cxnId="{A4693C6F-F227-4291-A0B5-72F8E98022EF}">
      <dgm:prSet/>
      <dgm:spPr/>
      <dgm:t>
        <a:bodyPr/>
        <a:lstStyle/>
        <a:p>
          <a:endParaRPr lang="en-US"/>
        </a:p>
      </dgm:t>
    </dgm:pt>
    <dgm:pt modelId="{0FE90ABB-F34C-49B4-9851-D63016FFEB6B}">
      <dgm:prSet/>
      <dgm:spPr/>
      <dgm:t>
        <a:bodyPr/>
        <a:lstStyle/>
        <a:p>
          <a:r>
            <a:rPr lang="en-US"/>
            <a:t>Maintain runbooks and auto-remediation scripts so common issues can be fixed quickly.</a:t>
          </a:r>
        </a:p>
      </dgm:t>
    </dgm:pt>
    <dgm:pt modelId="{4CC5D917-DDB3-4D95-AFD7-9AFE463C4B39}" type="parTrans" cxnId="{9B91F459-3639-4443-B558-52CA7B166940}">
      <dgm:prSet/>
      <dgm:spPr/>
      <dgm:t>
        <a:bodyPr/>
        <a:lstStyle/>
        <a:p>
          <a:endParaRPr lang="en-US"/>
        </a:p>
      </dgm:t>
    </dgm:pt>
    <dgm:pt modelId="{A68344D2-D23F-4F97-80D7-365662B4CBA4}" type="sibTrans" cxnId="{9B91F459-3639-4443-B558-52CA7B166940}">
      <dgm:prSet/>
      <dgm:spPr/>
      <dgm:t>
        <a:bodyPr/>
        <a:lstStyle/>
        <a:p>
          <a:endParaRPr lang="en-US"/>
        </a:p>
      </dgm:t>
    </dgm:pt>
    <dgm:pt modelId="{C8660671-B4AF-463C-9169-74BD71C1FE09}" type="pres">
      <dgm:prSet presAssocID="{BBA699BD-6E4D-4AE6-B885-1CFEA2638B16}" presName="root" presStyleCnt="0">
        <dgm:presLayoutVars>
          <dgm:dir/>
          <dgm:resizeHandles val="exact"/>
        </dgm:presLayoutVars>
      </dgm:prSet>
      <dgm:spPr/>
    </dgm:pt>
    <dgm:pt modelId="{F88C0A04-B474-49BF-8200-2D0F11AE6306}" type="pres">
      <dgm:prSet presAssocID="{80D4C3F3-3038-4F94-9B5F-B85E2B764671}" presName="compNode" presStyleCnt="0"/>
      <dgm:spPr/>
    </dgm:pt>
    <dgm:pt modelId="{BE509D32-E641-4F42-9630-3FA113D10A3B}" type="pres">
      <dgm:prSet presAssocID="{80D4C3F3-3038-4F94-9B5F-B85E2B76467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1D354942-B6CC-4FD6-870E-F08A37545EDC}" type="pres">
      <dgm:prSet presAssocID="{80D4C3F3-3038-4F94-9B5F-B85E2B764671}" presName="spaceRect" presStyleCnt="0"/>
      <dgm:spPr/>
    </dgm:pt>
    <dgm:pt modelId="{7CA3C855-BF90-4FBD-8AAD-EE6ECE5F8C53}" type="pres">
      <dgm:prSet presAssocID="{80D4C3F3-3038-4F94-9B5F-B85E2B764671}" presName="textRect" presStyleLbl="revTx" presStyleIdx="0" presStyleCnt="3">
        <dgm:presLayoutVars>
          <dgm:chMax val="1"/>
          <dgm:chPref val="1"/>
        </dgm:presLayoutVars>
      </dgm:prSet>
      <dgm:spPr/>
    </dgm:pt>
    <dgm:pt modelId="{90DD3F91-79B2-4D36-8ACC-83E22C8752D9}" type="pres">
      <dgm:prSet presAssocID="{94E939C8-F8CC-472B-BCB6-5EE23CAC669D}" presName="sibTrans" presStyleCnt="0"/>
      <dgm:spPr/>
    </dgm:pt>
    <dgm:pt modelId="{024FC6B9-F8AB-4E6E-A35D-D90EE07542CE}" type="pres">
      <dgm:prSet presAssocID="{667F41ED-262D-4FA0-9676-143988BB3F1E}" presName="compNode" presStyleCnt="0"/>
      <dgm:spPr/>
    </dgm:pt>
    <dgm:pt modelId="{1976D53F-DBFF-41F9-BB29-C5D3D9111ADB}" type="pres">
      <dgm:prSet presAssocID="{667F41ED-262D-4FA0-9676-143988BB3F1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56EDF76D-B8D2-4528-92AC-BBB338329A92}" type="pres">
      <dgm:prSet presAssocID="{667F41ED-262D-4FA0-9676-143988BB3F1E}" presName="spaceRect" presStyleCnt="0"/>
      <dgm:spPr/>
    </dgm:pt>
    <dgm:pt modelId="{5F3590E2-4466-4DF9-86BF-99011C343AB2}" type="pres">
      <dgm:prSet presAssocID="{667F41ED-262D-4FA0-9676-143988BB3F1E}" presName="textRect" presStyleLbl="revTx" presStyleIdx="1" presStyleCnt="3">
        <dgm:presLayoutVars>
          <dgm:chMax val="1"/>
          <dgm:chPref val="1"/>
        </dgm:presLayoutVars>
      </dgm:prSet>
      <dgm:spPr/>
    </dgm:pt>
    <dgm:pt modelId="{A7D38243-1522-40C2-B03C-8FAE82225C2D}" type="pres">
      <dgm:prSet presAssocID="{62DF7C1F-CFD2-4F05-B7FA-6F016F73BB57}" presName="sibTrans" presStyleCnt="0"/>
      <dgm:spPr/>
    </dgm:pt>
    <dgm:pt modelId="{F8F6D828-FF33-49F4-823D-799D5257CC1D}" type="pres">
      <dgm:prSet presAssocID="{0FE90ABB-F34C-49B4-9851-D63016FFEB6B}" presName="compNode" presStyleCnt="0"/>
      <dgm:spPr/>
    </dgm:pt>
    <dgm:pt modelId="{812B7AB5-24C5-4258-9617-D198A8359883}" type="pres">
      <dgm:prSet presAssocID="{0FE90ABB-F34C-49B4-9851-D63016FFEB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164DAAB-8B22-4D46-9EBF-91D15DB8B7F3}" type="pres">
      <dgm:prSet presAssocID="{0FE90ABB-F34C-49B4-9851-D63016FFEB6B}" presName="spaceRect" presStyleCnt="0"/>
      <dgm:spPr/>
    </dgm:pt>
    <dgm:pt modelId="{9F54DCB0-A822-412D-8F8A-A849AF75351C}" type="pres">
      <dgm:prSet presAssocID="{0FE90ABB-F34C-49B4-9851-D63016FFEB6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059BE3B-151C-4AFB-835D-78D6CB5267C0}" type="presOf" srcId="{80D4C3F3-3038-4F94-9B5F-B85E2B764671}" destId="{7CA3C855-BF90-4FBD-8AAD-EE6ECE5F8C53}" srcOrd="0" destOrd="0" presId="urn:microsoft.com/office/officeart/2018/2/layout/IconLabelList"/>
    <dgm:cxn modelId="{DDA4D33C-D0B4-4FF8-8187-E6CF7048C35A}" srcId="{BBA699BD-6E4D-4AE6-B885-1CFEA2638B16}" destId="{80D4C3F3-3038-4F94-9B5F-B85E2B764671}" srcOrd="0" destOrd="0" parTransId="{5DE3E0DF-9B0C-4DE9-A620-EC62681D24C5}" sibTransId="{94E939C8-F8CC-472B-BCB6-5EE23CAC669D}"/>
    <dgm:cxn modelId="{A4693C6F-F227-4291-A0B5-72F8E98022EF}" srcId="{BBA699BD-6E4D-4AE6-B885-1CFEA2638B16}" destId="{667F41ED-262D-4FA0-9676-143988BB3F1E}" srcOrd="1" destOrd="0" parTransId="{A690B7DF-78CB-48FA-A264-FA428AE7D87E}" sibTransId="{62DF7C1F-CFD2-4F05-B7FA-6F016F73BB57}"/>
    <dgm:cxn modelId="{9B91F459-3639-4443-B558-52CA7B166940}" srcId="{BBA699BD-6E4D-4AE6-B885-1CFEA2638B16}" destId="{0FE90ABB-F34C-49B4-9851-D63016FFEB6B}" srcOrd="2" destOrd="0" parTransId="{4CC5D917-DDB3-4D95-AFD7-9AFE463C4B39}" sibTransId="{A68344D2-D23F-4F97-80D7-365662B4CBA4}"/>
    <dgm:cxn modelId="{8802EB8C-0879-42A7-8F73-9434B3A0EE7C}" type="presOf" srcId="{667F41ED-262D-4FA0-9676-143988BB3F1E}" destId="{5F3590E2-4466-4DF9-86BF-99011C343AB2}" srcOrd="0" destOrd="0" presId="urn:microsoft.com/office/officeart/2018/2/layout/IconLabelList"/>
    <dgm:cxn modelId="{8DBA48A8-507D-483C-9D69-680B8C5BBE18}" type="presOf" srcId="{0FE90ABB-F34C-49B4-9851-D63016FFEB6B}" destId="{9F54DCB0-A822-412D-8F8A-A849AF75351C}" srcOrd="0" destOrd="0" presId="urn:microsoft.com/office/officeart/2018/2/layout/IconLabelList"/>
    <dgm:cxn modelId="{E77947F0-2FEC-4B28-BD3D-9729E6950F0F}" type="presOf" srcId="{BBA699BD-6E4D-4AE6-B885-1CFEA2638B16}" destId="{C8660671-B4AF-463C-9169-74BD71C1FE09}" srcOrd="0" destOrd="0" presId="urn:microsoft.com/office/officeart/2018/2/layout/IconLabelList"/>
    <dgm:cxn modelId="{DF69AF7F-40E4-43D6-A3F9-0B837DABF7F3}" type="presParOf" srcId="{C8660671-B4AF-463C-9169-74BD71C1FE09}" destId="{F88C0A04-B474-49BF-8200-2D0F11AE6306}" srcOrd="0" destOrd="0" presId="urn:microsoft.com/office/officeart/2018/2/layout/IconLabelList"/>
    <dgm:cxn modelId="{25C5D24F-D6CB-49CA-936A-8C604FFA0819}" type="presParOf" srcId="{F88C0A04-B474-49BF-8200-2D0F11AE6306}" destId="{BE509D32-E641-4F42-9630-3FA113D10A3B}" srcOrd="0" destOrd="0" presId="urn:microsoft.com/office/officeart/2018/2/layout/IconLabelList"/>
    <dgm:cxn modelId="{EB87BECD-3FF5-49CB-BAD9-76C4D75514D6}" type="presParOf" srcId="{F88C0A04-B474-49BF-8200-2D0F11AE6306}" destId="{1D354942-B6CC-4FD6-870E-F08A37545EDC}" srcOrd="1" destOrd="0" presId="urn:microsoft.com/office/officeart/2018/2/layout/IconLabelList"/>
    <dgm:cxn modelId="{B43E21F1-3185-47DA-BF53-3CD5283D3C97}" type="presParOf" srcId="{F88C0A04-B474-49BF-8200-2D0F11AE6306}" destId="{7CA3C855-BF90-4FBD-8AAD-EE6ECE5F8C53}" srcOrd="2" destOrd="0" presId="urn:microsoft.com/office/officeart/2018/2/layout/IconLabelList"/>
    <dgm:cxn modelId="{B8C3F1EF-CF7D-4BD7-A22A-CEAF68114449}" type="presParOf" srcId="{C8660671-B4AF-463C-9169-74BD71C1FE09}" destId="{90DD3F91-79B2-4D36-8ACC-83E22C8752D9}" srcOrd="1" destOrd="0" presId="urn:microsoft.com/office/officeart/2018/2/layout/IconLabelList"/>
    <dgm:cxn modelId="{DEDD5F02-2570-46C4-8074-C4B7BA99EB8B}" type="presParOf" srcId="{C8660671-B4AF-463C-9169-74BD71C1FE09}" destId="{024FC6B9-F8AB-4E6E-A35D-D90EE07542CE}" srcOrd="2" destOrd="0" presId="urn:microsoft.com/office/officeart/2018/2/layout/IconLabelList"/>
    <dgm:cxn modelId="{F2A800D6-1F4F-41A6-B371-E90027C3E939}" type="presParOf" srcId="{024FC6B9-F8AB-4E6E-A35D-D90EE07542CE}" destId="{1976D53F-DBFF-41F9-BB29-C5D3D9111ADB}" srcOrd="0" destOrd="0" presId="urn:microsoft.com/office/officeart/2018/2/layout/IconLabelList"/>
    <dgm:cxn modelId="{3E123EE1-5EC3-4C65-A2DB-06299A9D7159}" type="presParOf" srcId="{024FC6B9-F8AB-4E6E-A35D-D90EE07542CE}" destId="{56EDF76D-B8D2-4528-92AC-BBB338329A92}" srcOrd="1" destOrd="0" presId="urn:microsoft.com/office/officeart/2018/2/layout/IconLabelList"/>
    <dgm:cxn modelId="{43547FCF-C5CE-4704-BA52-56435304F98D}" type="presParOf" srcId="{024FC6B9-F8AB-4E6E-A35D-D90EE07542CE}" destId="{5F3590E2-4466-4DF9-86BF-99011C343AB2}" srcOrd="2" destOrd="0" presId="urn:microsoft.com/office/officeart/2018/2/layout/IconLabelList"/>
    <dgm:cxn modelId="{9F980E39-B326-49C4-BA56-4BD125ACE0A2}" type="presParOf" srcId="{C8660671-B4AF-463C-9169-74BD71C1FE09}" destId="{A7D38243-1522-40C2-B03C-8FAE82225C2D}" srcOrd="3" destOrd="0" presId="urn:microsoft.com/office/officeart/2018/2/layout/IconLabelList"/>
    <dgm:cxn modelId="{D265C4BB-9FB1-42A9-8F8E-8D2F5B3EECD7}" type="presParOf" srcId="{C8660671-B4AF-463C-9169-74BD71C1FE09}" destId="{F8F6D828-FF33-49F4-823D-799D5257CC1D}" srcOrd="4" destOrd="0" presId="urn:microsoft.com/office/officeart/2018/2/layout/IconLabelList"/>
    <dgm:cxn modelId="{042D0114-C77E-4283-82D3-5CE9FCE508E4}" type="presParOf" srcId="{F8F6D828-FF33-49F4-823D-799D5257CC1D}" destId="{812B7AB5-24C5-4258-9617-D198A8359883}" srcOrd="0" destOrd="0" presId="urn:microsoft.com/office/officeart/2018/2/layout/IconLabelList"/>
    <dgm:cxn modelId="{67BCD29A-8781-4EEE-B718-A2151D39A72B}" type="presParOf" srcId="{F8F6D828-FF33-49F4-823D-799D5257CC1D}" destId="{1164DAAB-8B22-4D46-9EBF-91D15DB8B7F3}" srcOrd="1" destOrd="0" presId="urn:microsoft.com/office/officeart/2018/2/layout/IconLabelList"/>
    <dgm:cxn modelId="{EB162265-4A13-4723-8FA5-A6B9A4870279}" type="presParOf" srcId="{F8F6D828-FF33-49F4-823D-799D5257CC1D}" destId="{9F54DCB0-A822-412D-8F8A-A849AF7535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029D49E-35B1-4221-AA9B-294D2B5805D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BE23C56-5DD2-452B-8DDC-8FB41038679F}">
      <dgm:prSet/>
      <dgm:spPr/>
      <dgm:t>
        <a:bodyPr/>
        <a:lstStyle/>
        <a:p>
          <a:r>
            <a:rPr lang="en-US"/>
            <a:t>Shared Dev + Ops rotation with clear primary/secondary responders</a:t>
          </a:r>
        </a:p>
      </dgm:t>
    </dgm:pt>
    <dgm:pt modelId="{8928A003-249D-4E2F-A6B7-5D70CCB6DB79}" type="parTrans" cxnId="{9F87CEAC-D0F5-4F57-A018-DF49819CADED}">
      <dgm:prSet/>
      <dgm:spPr/>
      <dgm:t>
        <a:bodyPr/>
        <a:lstStyle/>
        <a:p>
          <a:endParaRPr lang="en-US"/>
        </a:p>
      </dgm:t>
    </dgm:pt>
    <dgm:pt modelId="{CBC50745-CCDC-4764-A885-30FBBA96C232}" type="sibTrans" cxnId="{9F87CEAC-D0F5-4F57-A018-DF49819CADED}">
      <dgm:prSet/>
      <dgm:spPr/>
      <dgm:t>
        <a:bodyPr/>
        <a:lstStyle/>
        <a:p>
          <a:endParaRPr lang="en-US"/>
        </a:p>
      </dgm:t>
    </dgm:pt>
    <dgm:pt modelId="{C34FBCA5-2A9A-4033-AAA5-3741B12A43D6}">
      <dgm:prSet/>
      <dgm:spPr/>
      <dgm:t>
        <a:bodyPr/>
        <a:lstStyle/>
        <a:p>
          <a:r>
            <a:rPr lang="en-US"/>
            <a:t>Sustainable schedule and pager load, documented escalation paths</a:t>
          </a:r>
        </a:p>
      </dgm:t>
    </dgm:pt>
    <dgm:pt modelId="{E3F3B514-7635-4C5C-B336-D472D7BB0A9B}" type="parTrans" cxnId="{C36CB7A8-C9A2-4C53-88C7-4F2D8E76D3DA}">
      <dgm:prSet/>
      <dgm:spPr/>
      <dgm:t>
        <a:bodyPr/>
        <a:lstStyle/>
        <a:p>
          <a:endParaRPr lang="en-US"/>
        </a:p>
      </dgm:t>
    </dgm:pt>
    <dgm:pt modelId="{4A35E4B4-CFD9-4EF1-9FA0-84A1962AFD8E}" type="sibTrans" cxnId="{C36CB7A8-C9A2-4C53-88C7-4F2D8E76D3DA}">
      <dgm:prSet/>
      <dgm:spPr/>
      <dgm:t>
        <a:bodyPr/>
        <a:lstStyle/>
        <a:p>
          <a:endParaRPr lang="en-US"/>
        </a:p>
      </dgm:t>
    </dgm:pt>
    <dgm:pt modelId="{58D934D8-AE4B-4E9B-84B9-337A66D5FF20}">
      <dgm:prSet/>
      <dgm:spPr/>
      <dgm:t>
        <a:bodyPr/>
        <a:lstStyle/>
        <a:p>
          <a:r>
            <a:rPr lang="en-US"/>
            <a:t>Strong tooling</a:t>
          </a:r>
        </a:p>
      </dgm:t>
    </dgm:pt>
    <dgm:pt modelId="{CD225EAA-B63F-4264-89EF-E631FCD43925}" type="parTrans" cxnId="{B80BB0CD-322B-44B3-B55F-7661A458E2F6}">
      <dgm:prSet/>
      <dgm:spPr/>
      <dgm:t>
        <a:bodyPr/>
        <a:lstStyle/>
        <a:p>
          <a:endParaRPr lang="en-US"/>
        </a:p>
      </dgm:t>
    </dgm:pt>
    <dgm:pt modelId="{BB6C4E62-16D0-4E0D-BE31-D404348EFA4F}" type="sibTrans" cxnId="{B80BB0CD-322B-44B3-B55F-7661A458E2F6}">
      <dgm:prSet/>
      <dgm:spPr/>
      <dgm:t>
        <a:bodyPr/>
        <a:lstStyle/>
        <a:p>
          <a:endParaRPr lang="en-US"/>
        </a:p>
      </dgm:t>
    </dgm:pt>
    <dgm:pt modelId="{621EB83E-6667-42FD-8446-9E48E74EA039}">
      <dgm:prSet/>
      <dgm:spPr/>
      <dgm:t>
        <a:bodyPr/>
        <a:lstStyle/>
        <a:p>
          <a:r>
            <a:rPr lang="en-US"/>
            <a:t>Blameless post-incident reviews feeding reliability improvements</a:t>
          </a:r>
        </a:p>
      </dgm:t>
    </dgm:pt>
    <dgm:pt modelId="{15173142-E7C5-4829-82F4-C31ABDCA5F9A}" type="parTrans" cxnId="{09F8371A-0C8E-405A-B9C9-7B12EB9F170A}">
      <dgm:prSet/>
      <dgm:spPr/>
      <dgm:t>
        <a:bodyPr/>
        <a:lstStyle/>
        <a:p>
          <a:endParaRPr lang="en-US"/>
        </a:p>
      </dgm:t>
    </dgm:pt>
    <dgm:pt modelId="{9E2081B6-ED20-4ED2-819C-5C460341E0FF}" type="sibTrans" cxnId="{09F8371A-0C8E-405A-B9C9-7B12EB9F170A}">
      <dgm:prSet/>
      <dgm:spPr/>
      <dgm:t>
        <a:bodyPr/>
        <a:lstStyle/>
        <a:p>
          <a:endParaRPr lang="en-US"/>
        </a:p>
      </dgm:t>
    </dgm:pt>
    <dgm:pt modelId="{9A6D9085-E5AE-4F59-A094-6927F2438C33}">
      <dgm:prSet/>
      <dgm:spPr/>
      <dgm:t>
        <a:bodyPr/>
        <a:lstStyle/>
        <a:p>
          <a:r>
            <a:rPr lang="en-US"/>
            <a:t>Leadership support: on-call time recognized, rewarded, and used to prioritize technical debt and resilience work</a:t>
          </a:r>
        </a:p>
      </dgm:t>
    </dgm:pt>
    <dgm:pt modelId="{A68DC353-8EF6-48C8-B11F-ECDE0BD94973}" type="parTrans" cxnId="{B6038F06-4AD0-4AC5-9084-8F097C5B829F}">
      <dgm:prSet/>
      <dgm:spPr/>
      <dgm:t>
        <a:bodyPr/>
        <a:lstStyle/>
        <a:p>
          <a:endParaRPr lang="en-US"/>
        </a:p>
      </dgm:t>
    </dgm:pt>
    <dgm:pt modelId="{6987981C-97D5-4D62-A097-CA9D4998E763}" type="sibTrans" cxnId="{B6038F06-4AD0-4AC5-9084-8F097C5B829F}">
      <dgm:prSet/>
      <dgm:spPr/>
      <dgm:t>
        <a:bodyPr/>
        <a:lstStyle/>
        <a:p>
          <a:endParaRPr lang="en-US"/>
        </a:p>
      </dgm:t>
    </dgm:pt>
    <dgm:pt modelId="{B477F89B-C42A-400B-837B-F28A0C53A71A}" type="pres">
      <dgm:prSet presAssocID="{8029D49E-35B1-4221-AA9B-294D2B5805D9}" presName="Name0" presStyleCnt="0">
        <dgm:presLayoutVars>
          <dgm:dir/>
          <dgm:resizeHandles val="exact"/>
        </dgm:presLayoutVars>
      </dgm:prSet>
      <dgm:spPr/>
    </dgm:pt>
    <dgm:pt modelId="{883A65F5-9359-48E1-8DDD-9DC031883208}" type="pres">
      <dgm:prSet presAssocID="{CBE23C56-5DD2-452B-8DDC-8FB41038679F}" presName="node" presStyleLbl="node1" presStyleIdx="0" presStyleCnt="5">
        <dgm:presLayoutVars>
          <dgm:bulletEnabled val="1"/>
        </dgm:presLayoutVars>
      </dgm:prSet>
      <dgm:spPr/>
    </dgm:pt>
    <dgm:pt modelId="{D1E94457-FCDE-416F-8906-C2CBDC474C71}" type="pres">
      <dgm:prSet presAssocID="{CBC50745-CCDC-4764-A885-30FBBA96C232}" presName="sibTrans" presStyleLbl="sibTrans1D1" presStyleIdx="0" presStyleCnt="4"/>
      <dgm:spPr/>
    </dgm:pt>
    <dgm:pt modelId="{8DD01313-2BB0-490B-B277-569AA72C0619}" type="pres">
      <dgm:prSet presAssocID="{CBC50745-CCDC-4764-A885-30FBBA96C232}" presName="connectorText" presStyleLbl="sibTrans1D1" presStyleIdx="0" presStyleCnt="4"/>
      <dgm:spPr/>
    </dgm:pt>
    <dgm:pt modelId="{F76C695A-76EE-4C6F-9DAC-2565ED42916C}" type="pres">
      <dgm:prSet presAssocID="{C34FBCA5-2A9A-4033-AAA5-3741B12A43D6}" presName="node" presStyleLbl="node1" presStyleIdx="1" presStyleCnt="5">
        <dgm:presLayoutVars>
          <dgm:bulletEnabled val="1"/>
        </dgm:presLayoutVars>
      </dgm:prSet>
      <dgm:spPr/>
    </dgm:pt>
    <dgm:pt modelId="{35EF2F2B-35A8-4F0D-920C-60AA045126C2}" type="pres">
      <dgm:prSet presAssocID="{4A35E4B4-CFD9-4EF1-9FA0-84A1962AFD8E}" presName="sibTrans" presStyleLbl="sibTrans1D1" presStyleIdx="1" presStyleCnt="4"/>
      <dgm:spPr/>
    </dgm:pt>
    <dgm:pt modelId="{1138E475-4B89-4BA4-B832-8BAE0DACBF28}" type="pres">
      <dgm:prSet presAssocID="{4A35E4B4-CFD9-4EF1-9FA0-84A1962AFD8E}" presName="connectorText" presStyleLbl="sibTrans1D1" presStyleIdx="1" presStyleCnt="4"/>
      <dgm:spPr/>
    </dgm:pt>
    <dgm:pt modelId="{8254D7D6-A7BA-48C6-A5EF-95D160937875}" type="pres">
      <dgm:prSet presAssocID="{58D934D8-AE4B-4E9B-84B9-337A66D5FF20}" presName="node" presStyleLbl="node1" presStyleIdx="2" presStyleCnt="5">
        <dgm:presLayoutVars>
          <dgm:bulletEnabled val="1"/>
        </dgm:presLayoutVars>
      </dgm:prSet>
      <dgm:spPr/>
    </dgm:pt>
    <dgm:pt modelId="{3D678CCB-94A9-44C4-A482-55E6476A9184}" type="pres">
      <dgm:prSet presAssocID="{BB6C4E62-16D0-4E0D-BE31-D404348EFA4F}" presName="sibTrans" presStyleLbl="sibTrans1D1" presStyleIdx="2" presStyleCnt="4"/>
      <dgm:spPr/>
    </dgm:pt>
    <dgm:pt modelId="{48CAB772-1173-48EF-A244-46B279177EF0}" type="pres">
      <dgm:prSet presAssocID="{BB6C4E62-16D0-4E0D-BE31-D404348EFA4F}" presName="connectorText" presStyleLbl="sibTrans1D1" presStyleIdx="2" presStyleCnt="4"/>
      <dgm:spPr/>
    </dgm:pt>
    <dgm:pt modelId="{7CD17745-9193-48E8-B46D-F1CD8BB91156}" type="pres">
      <dgm:prSet presAssocID="{621EB83E-6667-42FD-8446-9E48E74EA039}" presName="node" presStyleLbl="node1" presStyleIdx="3" presStyleCnt="5">
        <dgm:presLayoutVars>
          <dgm:bulletEnabled val="1"/>
        </dgm:presLayoutVars>
      </dgm:prSet>
      <dgm:spPr/>
    </dgm:pt>
    <dgm:pt modelId="{19BBC911-FF7E-4A43-A770-B973CFA1E41C}" type="pres">
      <dgm:prSet presAssocID="{9E2081B6-ED20-4ED2-819C-5C460341E0FF}" presName="sibTrans" presStyleLbl="sibTrans1D1" presStyleIdx="3" presStyleCnt="4"/>
      <dgm:spPr/>
    </dgm:pt>
    <dgm:pt modelId="{DF55D2C6-F17F-44F0-8C6B-3F778CB0AFA1}" type="pres">
      <dgm:prSet presAssocID="{9E2081B6-ED20-4ED2-819C-5C460341E0FF}" presName="connectorText" presStyleLbl="sibTrans1D1" presStyleIdx="3" presStyleCnt="4"/>
      <dgm:spPr/>
    </dgm:pt>
    <dgm:pt modelId="{337434DB-A7F1-4A7D-8C25-69A41CE0187E}" type="pres">
      <dgm:prSet presAssocID="{9A6D9085-E5AE-4F59-A094-6927F2438C33}" presName="node" presStyleLbl="node1" presStyleIdx="4" presStyleCnt="5">
        <dgm:presLayoutVars>
          <dgm:bulletEnabled val="1"/>
        </dgm:presLayoutVars>
      </dgm:prSet>
      <dgm:spPr/>
    </dgm:pt>
  </dgm:ptLst>
  <dgm:cxnLst>
    <dgm:cxn modelId="{B6038F06-4AD0-4AC5-9084-8F097C5B829F}" srcId="{8029D49E-35B1-4221-AA9B-294D2B5805D9}" destId="{9A6D9085-E5AE-4F59-A094-6927F2438C33}" srcOrd="4" destOrd="0" parTransId="{A68DC353-8EF6-48C8-B11F-ECDE0BD94973}" sibTransId="{6987981C-97D5-4D62-A097-CA9D4998E763}"/>
    <dgm:cxn modelId="{EEA66A07-90BD-46F6-9D4B-DCDF28A26881}" type="presOf" srcId="{4A35E4B4-CFD9-4EF1-9FA0-84A1962AFD8E}" destId="{1138E475-4B89-4BA4-B832-8BAE0DACBF28}" srcOrd="1" destOrd="0" presId="urn:microsoft.com/office/officeart/2016/7/layout/RepeatingBendingProcessNew"/>
    <dgm:cxn modelId="{86B1410D-6718-4105-9E19-952AD081BC42}" type="presOf" srcId="{BB6C4E62-16D0-4E0D-BE31-D404348EFA4F}" destId="{48CAB772-1173-48EF-A244-46B279177EF0}" srcOrd="1" destOrd="0" presId="urn:microsoft.com/office/officeart/2016/7/layout/RepeatingBendingProcessNew"/>
    <dgm:cxn modelId="{913C8111-428B-4CC5-8BAC-77DE8F036103}" type="presOf" srcId="{9A6D9085-E5AE-4F59-A094-6927F2438C33}" destId="{337434DB-A7F1-4A7D-8C25-69A41CE0187E}" srcOrd="0" destOrd="0" presId="urn:microsoft.com/office/officeart/2016/7/layout/RepeatingBendingProcessNew"/>
    <dgm:cxn modelId="{BD94DD19-A5F7-41FF-AE3F-DB80C4C43853}" type="presOf" srcId="{9E2081B6-ED20-4ED2-819C-5C460341E0FF}" destId="{19BBC911-FF7E-4A43-A770-B973CFA1E41C}" srcOrd="0" destOrd="0" presId="urn:microsoft.com/office/officeart/2016/7/layout/RepeatingBendingProcessNew"/>
    <dgm:cxn modelId="{09F8371A-0C8E-405A-B9C9-7B12EB9F170A}" srcId="{8029D49E-35B1-4221-AA9B-294D2B5805D9}" destId="{621EB83E-6667-42FD-8446-9E48E74EA039}" srcOrd="3" destOrd="0" parTransId="{15173142-E7C5-4829-82F4-C31ABDCA5F9A}" sibTransId="{9E2081B6-ED20-4ED2-819C-5C460341E0FF}"/>
    <dgm:cxn modelId="{5175241D-64F5-4452-A5C8-30027F6D1E6E}" type="presOf" srcId="{621EB83E-6667-42FD-8446-9E48E74EA039}" destId="{7CD17745-9193-48E8-B46D-F1CD8BB91156}" srcOrd="0" destOrd="0" presId="urn:microsoft.com/office/officeart/2016/7/layout/RepeatingBendingProcessNew"/>
    <dgm:cxn modelId="{F043F75E-FECA-4D40-B775-A277FE33AB79}" type="presOf" srcId="{C34FBCA5-2A9A-4033-AAA5-3741B12A43D6}" destId="{F76C695A-76EE-4C6F-9DAC-2565ED42916C}" srcOrd="0" destOrd="0" presId="urn:microsoft.com/office/officeart/2016/7/layout/RepeatingBendingProcessNew"/>
    <dgm:cxn modelId="{9908234B-9132-4E52-A2A6-55D3ECBA98A0}" type="presOf" srcId="{4A35E4B4-CFD9-4EF1-9FA0-84A1962AFD8E}" destId="{35EF2F2B-35A8-4F0D-920C-60AA045126C2}" srcOrd="0" destOrd="0" presId="urn:microsoft.com/office/officeart/2016/7/layout/RepeatingBendingProcessNew"/>
    <dgm:cxn modelId="{BF49FC56-346C-4340-9412-8EFF52CDAED2}" type="presOf" srcId="{CBE23C56-5DD2-452B-8DDC-8FB41038679F}" destId="{883A65F5-9359-48E1-8DDD-9DC031883208}" srcOrd="0" destOrd="0" presId="urn:microsoft.com/office/officeart/2016/7/layout/RepeatingBendingProcessNew"/>
    <dgm:cxn modelId="{FA801FA8-023F-4446-867C-24A8A74AD25E}" type="presOf" srcId="{CBC50745-CCDC-4764-A885-30FBBA96C232}" destId="{D1E94457-FCDE-416F-8906-C2CBDC474C71}" srcOrd="0" destOrd="0" presId="urn:microsoft.com/office/officeart/2016/7/layout/RepeatingBendingProcessNew"/>
    <dgm:cxn modelId="{C36CB7A8-C9A2-4C53-88C7-4F2D8E76D3DA}" srcId="{8029D49E-35B1-4221-AA9B-294D2B5805D9}" destId="{C34FBCA5-2A9A-4033-AAA5-3741B12A43D6}" srcOrd="1" destOrd="0" parTransId="{E3F3B514-7635-4C5C-B336-D472D7BB0A9B}" sibTransId="{4A35E4B4-CFD9-4EF1-9FA0-84A1962AFD8E}"/>
    <dgm:cxn modelId="{9F87CEAC-D0F5-4F57-A018-DF49819CADED}" srcId="{8029D49E-35B1-4221-AA9B-294D2B5805D9}" destId="{CBE23C56-5DD2-452B-8DDC-8FB41038679F}" srcOrd="0" destOrd="0" parTransId="{8928A003-249D-4E2F-A6B7-5D70CCB6DB79}" sibTransId="{CBC50745-CCDC-4764-A885-30FBBA96C232}"/>
    <dgm:cxn modelId="{D82700B1-A598-406D-885F-624670D7CB71}" type="presOf" srcId="{BB6C4E62-16D0-4E0D-BE31-D404348EFA4F}" destId="{3D678CCB-94A9-44C4-A482-55E6476A9184}" srcOrd="0" destOrd="0" presId="urn:microsoft.com/office/officeart/2016/7/layout/RepeatingBendingProcessNew"/>
    <dgm:cxn modelId="{C95141B5-525E-4E20-BC5F-D49A582AB0F5}" type="presOf" srcId="{8029D49E-35B1-4221-AA9B-294D2B5805D9}" destId="{B477F89B-C42A-400B-837B-F28A0C53A71A}" srcOrd="0" destOrd="0" presId="urn:microsoft.com/office/officeart/2016/7/layout/RepeatingBendingProcessNew"/>
    <dgm:cxn modelId="{2CBA88BD-2743-4FBF-8043-8FF10380870F}" type="presOf" srcId="{58D934D8-AE4B-4E9B-84B9-337A66D5FF20}" destId="{8254D7D6-A7BA-48C6-A5EF-95D160937875}" srcOrd="0" destOrd="0" presId="urn:microsoft.com/office/officeart/2016/7/layout/RepeatingBendingProcessNew"/>
    <dgm:cxn modelId="{B80BB0CD-322B-44B3-B55F-7661A458E2F6}" srcId="{8029D49E-35B1-4221-AA9B-294D2B5805D9}" destId="{58D934D8-AE4B-4E9B-84B9-337A66D5FF20}" srcOrd="2" destOrd="0" parTransId="{CD225EAA-B63F-4264-89EF-E631FCD43925}" sibTransId="{BB6C4E62-16D0-4E0D-BE31-D404348EFA4F}"/>
    <dgm:cxn modelId="{FCF8AEDA-C0D9-4D94-BC05-C796F016C9D2}" type="presOf" srcId="{9E2081B6-ED20-4ED2-819C-5C460341E0FF}" destId="{DF55D2C6-F17F-44F0-8C6B-3F778CB0AFA1}" srcOrd="1" destOrd="0" presId="urn:microsoft.com/office/officeart/2016/7/layout/RepeatingBendingProcessNew"/>
    <dgm:cxn modelId="{259396E8-34D5-4481-949D-E5B3BEA55AA8}" type="presOf" srcId="{CBC50745-CCDC-4764-A885-30FBBA96C232}" destId="{8DD01313-2BB0-490B-B277-569AA72C0619}" srcOrd="1" destOrd="0" presId="urn:microsoft.com/office/officeart/2016/7/layout/RepeatingBendingProcessNew"/>
    <dgm:cxn modelId="{340C7F9F-EE3C-452A-8BF6-C9F361EB7CED}" type="presParOf" srcId="{B477F89B-C42A-400B-837B-F28A0C53A71A}" destId="{883A65F5-9359-48E1-8DDD-9DC031883208}" srcOrd="0" destOrd="0" presId="urn:microsoft.com/office/officeart/2016/7/layout/RepeatingBendingProcessNew"/>
    <dgm:cxn modelId="{839EDD36-F34A-4A4B-BC28-62A7BD22284F}" type="presParOf" srcId="{B477F89B-C42A-400B-837B-F28A0C53A71A}" destId="{D1E94457-FCDE-416F-8906-C2CBDC474C71}" srcOrd="1" destOrd="0" presId="urn:microsoft.com/office/officeart/2016/7/layout/RepeatingBendingProcessNew"/>
    <dgm:cxn modelId="{2CFC91E0-CF93-4B61-8A34-BE57F64BC739}" type="presParOf" srcId="{D1E94457-FCDE-416F-8906-C2CBDC474C71}" destId="{8DD01313-2BB0-490B-B277-569AA72C0619}" srcOrd="0" destOrd="0" presId="urn:microsoft.com/office/officeart/2016/7/layout/RepeatingBendingProcessNew"/>
    <dgm:cxn modelId="{BB477ABD-B1DA-4E4A-B65F-1CF21CA3983F}" type="presParOf" srcId="{B477F89B-C42A-400B-837B-F28A0C53A71A}" destId="{F76C695A-76EE-4C6F-9DAC-2565ED42916C}" srcOrd="2" destOrd="0" presId="urn:microsoft.com/office/officeart/2016/7/layout/RepeatingBendingProcessNew"/>
    <dgm:cxn modelId="{5F044170-A577-4AF6-B93E-1FE4D660A9A8}" type="presParOf" srcId="{B477F89B-C42A-400B-837B-F28A0C53A71A}" destId="{35EF2F2B-35A8-4F0D-920C-60AA045126C2}" srcOrd="3" destOrd="0" presId="urn:microsoft.com/office/officeart/2016/7/layout/RepeatingBendingProcessNew"/>
    <dgm:cxn modelId="{2EE56C5D-121C-4B01-B06F-4B850678CAC0}" type="presParOf" srcId="{35EF2F2B-35A8-4F0D-920C-60AA045126C2}" destId="{1138E475-4B89-4BA4-B832-8BAE0DACBF28}" srcOrd="0" destOrd="0" presId="urn:microsoft.com/office/officeart/2016/7/layout/RepeatingBendingProcessNew"/>
    <dgm:cxn modelId="{85A0F2D6-F259-4360-B08D-4C25B6E02EB5}" type="presParOf" srcId="{B477F89B-C42A-400B-837B-F28A0C53A71A}" destId="{8254D7D6-A7BA-48C6-A5EF-95D160937875}" srcOrd="4" destOrd="0" presId="urn:microsoft.com/office/officeart/2016/7/layout/RepeatingBendingProcessNew"/>
    <dgm:cxn modelId="{BF727070-5F0D-4CD3-A982-318C8E72BB56}" type="presParOf" srcId="{B477F89B-C42A-400B-837B-F28A0C53A71A}" destId="{3D678CCB-94A9-44C4-A482-55E6476A9184}" srcOrd="5" destOrd="0" presId="urn:microsoft.com/office/officeart/2016/7/layout/RepeatingBendingProcessNew"/>
    <dgm:cxn modelId="{8000897E-03DC-4943-A6D4-71689F221B56}" type="presParOf" srcId="{3D678CCB-94A9-44C4-A482-55E6476A9184}" destId="{48CAB772-1173-48EF-A244-46B279177EF0}" srcOrd="0" destOrd="0" presId="urn:microsoft.com/office/officeart/2016/7/layout/RepeatingBendingProcessNew"/>
    <dgm:cxn modelId="{37D54871-74F4-4E49-A2C8-B33500A273FC}" type="presParOf" srcId="{B477F89B-C42A-400B-837B-F28A0C53A71A}" destId="{7CD17745-9193-48E8-B46D-F1CD8BB91156}" srcOrd="6" destOrd="0" presId="urn:microsoft.com/office/officeart/2016/7/layout/RepeatingBendingProcessNew"/>
    <dgm:cxn modelId="{3B61D894-A127-42E0-81DB-74CB6BA7078A}" type="presParOf" srcId="{B477F89B-C42A-400B-837B-F28A0C53A71A}" destId="{19BBC911-FF7E-4A43-A770-B973CFA1E41C}" srcOrd="7" destOrd="0" presId="urn:microsoft.com/office/officeart/2016/7/layout/RepeatingBendingProcessNew"/>
    <dgm:cxn modelId="{B852CC49-DC6F-43F6-AB7C-8A2F6170E78F}" type="presParOf" srcId="{19BBC911-FF7E-4A43-A770-B973CFA1E41C}" destId="{DF55D2C6-F17F-44F0-8C6B-3F778CB0AFA1}" srcOrd="0" destOrd="0" presId="urn:microsoft.com/office/officeart/2016/7/layout/RepeatingBendingProcessNew"/>
    <dgm:cxn modelId="{A2324721-84FC-4FED-9D84-0E9D02B257CC}" type="presParOf" srcId="{B477F89B-C42A-400B-837B-F28A0C53A71A}" destId="{337434DB-A7F1-4A7D-8C25-69A41CE0187E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E84627-B956-4CDB-9F3F-BD204952AAD8}">
      <dsp:nvSpPr>
        <dsp:cNvPr id="0" name=""/>
        <dsp:cNvSpPr/>
      </dsp:nvSpPr>
      <dsp:spPr>
        <a:xfrm>
          <a:off x="813044" y="25559"/>
          <a:ext cx="1620455" cy="162045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3B453B-1E66-4993-8947-8E69E2FD58D3}">
      <dsp:nvSpPr>
        <dsp:cNvPr id="0" name=""/>
        <dsp:cNvSpPr/>
      </dsp:nvSpPr>
      <dsp:spPr>
        <a:xfrm>
          <a:off x="1158387" y="370901"/>
          <a:ext cx="929769" cy="9297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FC389-D778-4FDB-A51E-F18886643617}">
      <dsp:nvSpPr>
        <dsp:cNvPr id="0" name=""/>
        <dsp:cNvSpPr/>
      </dsp:nvSpPr>
      <dsp:spPr>
        <a:xfrm>
          <a:off x="295030" y="2150746"/>
          <a:ext cx="26564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Pager rotation</a:t>
          </a:r>
          <a:r>
            <a:rPr lang="en-US" sz="1100" kern="1200" dirty="0"/>
            <a:t> is the shared schedule where engineers are on-call to respond to production incidents.</a:t>
          </a:r>
        </a:p>
      </dsp:txBody>
      <dsp:txXfrm>
        <a:off x="295030" y="2150746"/>
        <a:ext cx="2656483" cy="720000"/>
      </dsp:txXfrm>
    </dsp:sp>
    <dsp:sp modelId="{AFC80127-AF86-4613-88F3-8F4E046FC51D}">
      <dsp:nvSpPr>
        <dsp:cNvPr id="0" name=""/>
        <dsp:cNvSpPr/>
      </dsp:nvSpPr>
      <dsp:spPr>
        <a:xfrm>
          <a:off x="3934413" y="25559"/>
          <a:ext cx="1620455" cy="162045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B1FC95-322D-4A5C-99D7-6A29C6D332B0}">
      <dsp:nvSpPr>
        <dsp:cNvPr id="0" name=""/>
        <dsp:cNvSpPr/>
      </dsp:nvSpPr>
      <dsp:spPr>
        <a:xfrm>
          <a:off x="4279756" y="370901"/>
          <a:ext cx="929769" cy="9297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13837-6287-479B-84F7-E0A0948571EB}">
      <dsp:nvSpPr>
        <dsp:cNvPr id="0" name=""/>
        <dsp:cNvSpPr/>
      </dsp:nvSpPr>
      <dsp:spPr>
        <a:xfrm>
          <a:off x="3416398" y="2150746"/>
          <a:ext cx="26564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Alerts come from monitoring tools which consist of page, SMS, phone, or app notification. </a:t>
          </a:r>
        </a:p>
      </dsp:txBody>
      <dsp:txXfrm>
        <a:off x="3416398" y="2150746"/>
        <a:ext cx="2656483" cy="720000"/>
      </dsp:txXfrm>
    </dsp:sp>
    <dsp:sp modelId="{A0D7DC84-560F-4A7A-AB99-E79E74302151}">
      <dsp:nvSpPr>
        <dsp:cNvPr id="0" name=""/>
        <dsp:cNvSpPr/>
      </dsp:nvSpPr>
      <dsp:spPr>
        <a:xfrm>
          <a:off x="813044" y="3534866"/>
          <a:ext cx="1620455" cy="162045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E2B753-D355-4C1F-BF96-3E04F2809037}">
      <dsp:nvSpPr>
        <dsp:cNvPr id="0" name=""/>
        <dsp:cNvSpPr/>
      </dsp:nvSpPr>
      <dsp:spPr>
        <a:xfrm>
          <a:off x="1158387" y="3880209"/>
          <a:ext cx="929769" cy="9297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899CAA-4015-4BE4-95E7-284A9E5DEA7A}">
      <dsp:nvSpPr>
        <dsp:cNvPr id="0" name=""/>
        <dsp:cNvSpPr/>
      </dsp:nvSpPr>
      <dsp:spPr>
        <a:xfrm>
          <a:off x="295030" y="5660053"/>
          <a:ext cx="26564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In DevOps, developers,</a:t>
          </a:r>
          <a:r>
            <a:rPr lang="en-US" sz="1100" b="1" kern="1200" dirty="0"/>
            <a:t> </a:t>
          </a:r>
          <a:r>
            <a:rPr lang="en-US" sz="1100" kern="1200" dirty="0"/>
            <a:t>managers</a:t>
          </a:r>
          <a:r>
            <a:rPr lang="en-US" sz="1100" b="1" kern="1200" dirty="0"/>
            <a:t>, </a:t>
          </a:r>
          <a:r>
            <a:rPr lang="en-US" sz="1100" kern="1200" dirty="0"/>
            <a:t>and</a:t>
          </a:r>
          <a:r>
            <a:rPr lang="en-US" sz="1100" b="1" kern="1200" dirty="0"/>
            <a:t> </a:t>
          </a:r>
          <a:r>
            <a:rPr lang="en-US" sz="1100" kern="1200" dirty="0"/>
            <a:t>architects share on-call with Ops so everyone feels the impact of production issues.</a:t>
          </a:r>
        </a:p>
      </dsp:txBody>
      <dsp:txXfrm>
        <a:off x="295030" y="5660053"/>
        <a:ext cx="2656483" cy="720000"/>
      </dsp:txXfrm>
    </dsp:sp>
    <dsp:sp modelId="{D347467F-F3C8-46E7-BA45-F702A9EC9EBD}">
      <dsp:nvSpPr>
        <dsp:cNvPr id="0" name=""/>
        <dsp:cNvSpPr/>
      </dsp:nvSpPr>
      <dsp:spPr>
        <a:xfrm>
          <a:off x="3934413" y="3534866"/>
          <a:ext cx="1620455" cy="162045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01035F-2218-4FB2-87FC-97A65E5F27F9}">
      <dsp:nvSpPr>
        <dsp:cNvPr id="0" name=""/>
        <dsp:cNvSpPr/>
      </dsp:nvSpPr>
      <dsp:spPr>
        <a:xfrm>
          <a:off x="4279756" y="3880209"/>
          <a:ext cx="929769" cy="9297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00879-AC75-412A-ACFF-BED82497B1C4}">
      <dsp:nvSpPr>
        <dsp:cNvPr id="0" name=""/>
        <dsp:cNvSpPr/>
      </dsp:nvSpPr>
      <dsp:spPr>
        <a:xfrm>
          <a:off x="3416398" y="5660053"/>
          <a:ext cx="265648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The goal is to ensure fast</a:t>
          </a:r>
          <a:r>
            <a:rPr lang="en-US" sz="1100" b="1" kern="1200" dirty="0"/>
            <a:t> </a:t>
          </a:r>
          <a:r>
            <a:rPr lang="en-US" sz="1100" kern="1200" dirty="0"/>
            <a:t>response, reduce customer impact, and create feedback from production back into daily development work.</a:t>
          </a:r>
        </a:p>
      </dsp:txBody>
      <dsp:txXfrm>
        <a:off x="3416398" y="5660053"/>
        <a:ext cx="2656483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11D1CC-C345-4AE8-8912-E2D8DD8D4305}">
      <dsp:nvSpPr>
        <dsp:cNvPr id="0" name=""/>
        <dsp:cNvSpPr/>
      </dsp:nvSpPr>
      <dsp:spPr>
        <a:xfrm>
          <a:off x="977145" y="2042"/>
          <a:ext cx="556368" cy="55636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254017-5EAD-48AE-A339-828CA1AC68E3}">
      <dsp:nvSpPr>
        <dsp:cNvPr id="0" name=""/>
        <dsp:cNvSpPr/>
      </dsp:nvSpPr>
      <dsp:spPr>
        <a:xfrm>
          <a:off x="1093982" y="118880"/>
          <a:ext cx="322693" cy="3226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ED3FC-1AF8-4396-9333-5FB0102C0950}">
      <dsp:nvSpPr>
        <dsp:cNvPr id="0" name=""/>
        <dsp:cNvSpPr/>
      </dsp:nvSpPr>
      <dsp:spPr>
        <a:xfrm>
          <a:off x="1652735" y="2042"/>
          <a:ext cx="1311440" cy="556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 primary + secondary on-call so there is always backup if the primary is overloaded or unreachable. </a:t>
          </a:r>
        </a:p>
      </dsp:txBody>
      <dsp:txXfrm>
        <a:off x="1652735" y="2042"/>
        <a:ext cx="1311440" cy="556368"/>
      </dsp:txXfrm>
    </dsp:sp>
    <dsp:sp modelId="{29FF8859-78EC-4EFD-8C47-58A5BB51D242}">
      <dsp:nvSpPr>
        <dsp:cNvPr id="0" name=""/>
        <dsp:cNvSpPr/>
      </dsp:nvSpPr>
      <dsp:spPr>
        <a:xfrm>
          <a:off x="977145" y="1215245"/>
          <a:ext cx="556368" cy="55636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2B9E0-947D-44AD-99F3-B2F74FB7DE81}">
      <dsp:nvSpPr>
        <dsp:cNvPr id="0" name=""/>
        <dsp:cNvSpPr/>
      </dsp:nvSpPr>
      <dsp:spPr>
        <a:xfrm>
          <a:off x="1093982" y="1332083"/>
          <a:ext cx="322693" cy="3226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E6639-EF6D-4167-B0E3-CF282EBEE557}">
      <dsp:nvSpPr>
        <dsp:cNvPr id="0" name=""/>
        <dsp:cNvSpPr/>
      </dsp:nvSpPr>
      <dsp:spPr>
        <a:xfrm>
          <a:off x="1652735" y="1215245"/>
          <a:ext cx="1311440" cy="556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Define a rotation cadence that balances coverage, personal life, and accounts for time zones. </a:t>
          </a:r>
        </a:p>
      </dsp:txBody>
      <dsp:txXfrm>
        <a:off x="1652735" y="1215245"/>
        <a:ext cx="1311440" cy="556368"/>
      </dsp:txXfrm>
    </dsp:sp>
    <dsp:sp modelId="{3537EBBE-8FBE-41A1-8D5D-DC5B064974B7}">
      <dsp:nvSpPr>
        <dsp:cNvPr id="0" name=""/>
        <dsp:cNvSpPr/>
      </dsp:nvSpPr>
      <dsp:spPr>
        <a:xfrm>
          <a:off x="977145" y="2428448"/>
          <a:ext cx="556368" cy="55636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669DC6-3726-4130-A136-2A0374B5E29B}">
      <dsp:nvSpPr>
        <dsp:cNvPr id="0" name=""/>
        <dsp:cNvSpPr/>
      </dsp:nvSpPr>
      <dsp:spPr>
        <a:xfrm>
          <a:off x="1093982" y="2545285"/>
          <a:ext cx="322693" cy="3226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2A136E-0C37-4365-8A64-B62BA0897B51}">
      <dsp:nvSpPr>
        <dsp:cNvPr id="0" name=""/>
        <dsp:cNvSpPr/>
      </dsp:nvSpPr>
      <dsp:spPr>
        <a:xfrm>
          <a:off x="1652736" y="2428448"/>
          <a:ext cx="1311440" cy="556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Track pager load and keep it sustainable so that a high pager load is a signal to fix underlying reliability issues and vise versa.</a:t>
          </a:r>
        </a:p>
      </dsp:txBody>
      <dsp:txXfrm>
        <a:off x="1652736" y="2428448"/>
        <a:ext cx="1311440" cy="556368"/>
      </dsp:txXfrm>
    </dsp:sp>
    <dsp:sp modelId="{7C0E001D-0D09-4458-B511-0929FA56D4C7}">
      <dsp:nvSpPr>
        <dsp:cNvPr id="0" name=""/>
        <dsp:cNvSpPr/>
      </dsp:nvSpPr>
      <dsp:spPr>
        <a:xfrm>
          <a:off x="977145" y="3641651"/>
          <a:ext cx="556368" cy="55636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93153A-714D-45AF-B333-F9C1CDCEB972}">
      <dsp:nvSpPr>
        <dsp:cNvPr id="0" name=""/>
        <dsp:cNvSpPr/>
      </dsp:nvSpPr>
      <dsp:spPr>
        <a:xfrm>
          <a:off x="1093982" y="3758488"/>
          <a:ext cx="322693" cy="3226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26E38-2269-4B73-A9C4-77538D2A0982}">
      <dsp:nvSpPr>
        <dsp:cNvPr id="0" name=""/>
        <dsp:cNvSpPr/>
      </dsp:nvSpPr>
      <dsp:spPr>
        <a:xfrm>
          <a:off x="1652735" y="3641651"/>
          <a:ext cx="1311440" cy="556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Publish a clear schedule so everyone knows who is on-call and how to escalate.</a:t>
          </a:r>
        </a:p>
      </dsp:txBody>
      <dsp:txXfrm>
        <a:off x="1652735" y="3641651"/>
        <a:ext cx="1311440" cy="5563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A6B5F5-EBB3-46C7-9B3C-1B610EFB1900}">
      <dsp:nvSpPr>
        <dsp:cNvPr id="0" name=""/>
        <dsp:cNvSpPr/>
      </dsp:nvSpPr>
      <dsp:spPr>
        <a:xfrm>
          <a:off x="0" y="1778"/>
          <a:ext cx="6803753" cy="901526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94E6EA3-0C71-4F07-BCD2-FB11C4C5D44A}">
      <dsp:nvSpPr>
        <dsp:cNvPr id="0" name=""/>
        <dsp:cNvSpPr/>
      </dsp:nvSpPr>
      <dsp:spPr>
        <a:xfrm>
          <a:off x="272711" y="204622"/>
          <a:ext cx="495839" cy="4958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5F46E64-DB1F-4A2D-A4BA-CA2FAF0D2C32}">
      <dsp:nvSpPr>
        <dsp:cNvPr id="0" name=""/>
        <dsp:cNvSpPr/>
      </dsp:nvSpPr>
      <dsp:spPr>
        <a:xfrm>
          <a:off x="1041262" y="1778"/>
          <a:ext cx="3061688" cy="901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412" tIns="95412" rIns="95412" bIns="9541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Be Present</a:t>
          </a:r>
        </a:p>
      </dsp:txBody>
      <dsp:txXfrm>
        <a:off x="1041262" y="1778"/>
        <a:ext cx="3061688" cy="901526"/>
      </dsp:txXfrm>
    </dsp:sp>
    <dsp:sp modelId="{6E59E2EF-477B-4059-B7AC-D3E79FE509CE}">
      <dsp:nvSpPr>
        <dsp:cNvPr id="0" name=""/>
        <dsp:cNvSpPr/>
      </dsp:nvSpPr>
      <dsp:spPr>
        <a:xfrm>
          <a:off x="4102951" y="1778"/>
          <a:ext cx="2700801" cy="901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412" tIns="95412" rIns="95412" bIns="95412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Be reachable during the shift and able to respond quickly to pages.</a:t>
          </a:r>
        </a:p>
      </dsp:txBody>
      <dsp:txXfrm>
        <a:off x="4102951" y="1778"/>
        <a:ext cx="2700801" cy="901526"/>
      </dsp:txXfrm>
    </dsp:sp>
    <dsp:sp modelId="{7F3FB79E-F77F-4B34-B966-627FEFA92537}">
      <dsp:nvSpPr>
        <dsp:cNvPr id="0" name=""/>
        <dsp:cNvSpPr/>
      </dsp:nvSpPr>
      <dsp:spPr>
        <a:xfrm>
          <a:off x="0" y="1128686"/>
          <a:ext cx="6803753" cy="901526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61AF779-F7A3-459C-9CC5-1314B7464756}">
      <dsp:nvSpPr>
        <dsp:cNvPr id="0" name=""/>
        <dsp:cNvSpPr/>
      </dsp:nvSpPr>
      <dsp:spPr>
        <a:xfrm>
          <a:off x="272711" y="1331529"/>
          <a:ext cx="495839" cy="4958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4FA6D4E-CD80-448F-9BB7-98561F7678B2}">
      <dsp:nvSpPr>
        <dsp:cNvPr id="0" name=""/>
        <dsp:cNvSpPr/>
      </dsp:nvSpPr>
      <dsp:spPr>
        <a:xfrm>
          <a:off x="1041262" y="1128686"/>
          <a:ext cx="3061688" cy="901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412" tIns="95412" rIns="95412" bIns="9541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Triage</a:t>
          </a:r>
        </a:p>
      </dsp:txBody>
      <dsp:txXfrm>
        <a:off x="1041262" y="1128686"/>
        <a:ext cx="3061688" cy="901526"/>
      </dsp:txXfrm>
    </dsp:sp>
    <dsp:sp modelId="{A3DC441F-0C6E-4063-ACCA-E6732A75BD64}">
      <dsp:nvSpPr>
        <dsp:cNvPr id="0" name=""/>
        <dsp:cNvSpPr/>
      </dsp:nvSpPr>
      <dsp:spPr>
        <a:xfrm>
          <a:off x="4102951" y="1128686"/>
          <a:ext cx="2700801" cy="901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412" tIns="95412" rIns="95412" bIns="95412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Triage alerts using runbooks, logs, and dashboards. Resolve or escalate within defined SLAs. </a:t>
          </a:r>
        </a:p>
      </dsp:txBody>
      <dsp:txXfrm>
        <a:off x="4102951" y="1128686"/>
        <a:ext cx="2700801" cy="901526"/>
      </dsp:txXfrm>
    </dsp:sp>
    <dsp:sp modelId="{0786AA82-354C-4A5F-AC8D-6D7AE609E1F3}">
      <dsp:nvSpPr>
        <dsp:cNvPr id="0" name=""/>
        <dsp:cNvSpPr/>
      </dsp:nvSpPr>
      <dsp:spPr>
        <a:xfrm>
          <a:off x="0" y="2255594"/>
          <a:ext cx="6803753" cy="901526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CE95E11-7B65-4B1A-8556-114EA9B9C1B9}">
      <dsp:nvSpPr>
        <dsp:cNvPr id="0" name=""/>
        <dsp:cNvSpPr/>
      </dsp:nvSpPr>
      <dsp:spPr>
        <a:xfrm>
          <a:off x="272711" y="2458437"/>
          <a:ext cx="495839" cy="4958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7EFBAF0-6D17-4E4F-B45F-16BA5C909FBF}">
      <dsp:nvSpPr>
        <dsp:cNvPr id="0" name=""/>
        <dsp:cNvSpPr/>
      </dsp:nvSpPr>
      <dsp:spPr>
        <a:xfrm>
          <a:off x="1041262" y="2255594"/>
          <a:ext cx="3061688" cy="901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412" tIns="95412" rIns="95412" bIns="9541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Communicate</a:t>
          </a:r>
        </a:p>
      </dsp:txBody>
      <dsp:txXfrm>
        <a:off x="1041262" y="2255594"/>
        <a:ext cx="3061688" cy="901526"/>
      </dsp:txXfrm>
    </dsp:sp>
    <dsp:sp modelId="{B8046D3D-A3C6-440B-84BE-43C7F77C077C}">
      <dsp:nvSpPr>
        <dsp:cNvPr id="0" name=""/>
        <dsp:cNvSpPr/>
      </dsp:nvSpPr>
      <dsp:spPr>
        <a:xfrm>
          <a:off x="4102951" y="2255594"/>
          <a:ext cx="2700801" cy="901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412" tIns="95412" rIns="95412" bIns="95412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Communicate in shared channels so others can assist and learn.</a:t>
          </a:r>
        </a:p>
      </dsp:txBody>
      <dsp:txXfrm>
        <a:off x="4102951" y="2255594"/>
        <a:ext cx="2700801" cy="901526"/>
      </dsp:txXfrm>
    </dsp:sp>
    <dsp:sp modelId="{D07C8EDA-2666-4995-B409-4064F8A8423F}">
      <dsp:nvSpPr>
        <dsp:cNvPr id="0" name=""/>
        <dsp:cNvSpPr/>
      </dsp:nvSpPr>
      <dsp:spPr>
        <a:xfrm>
          <a:off x="0" y="3382502"/>
          <a:ext cx="6803753" cy="901526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04F7F8F-E93F-49AA-BF22-4D5F1C32473D}">
      <dsp:nvSpPr>
        <dsp:cNvPr id="0" name=""/>
        <dsp:cNvSpPr/>
      </dsp:nvSpPr>
      <dsp:spPr>
        <a:xfrm>
          <a:off x="272711" y="3585345"/>
          <a:ext cx="495839" cy="4958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B2DA491-EB1A-45B3-8254-A2A231A5764C}">
      <dsp:nvSpPr>
        <dsp:cNvPr id="0" name=""/>
        <dsp:cNvSpPr/>
      </dsp:nvSpPr>
      <dsp:spPr>
        <a:xfrm>
          <a:off x="1041262" y="3382502"/>
          <a:ext cx="3061688" cy="901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412" tIns="95412" rIns="95412" bIns="9541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Provide</a:t>
          </a:r>
        </a:p>
      </dsp:txBody>
      <dsp:txXfrm>
        <a:off x="1041262" y="3382502"/>
        <a:ext cx="3061688" cy="901526"/>
      </dsp:txXfrm>
    </dsp:sp>
    <dsp:sp modelId="{13FFE4B9-3CC7-4A2D-AEFA-4012C22AEFD9}">
      <dsp:nvSpPr>
        <dsp:cNvPr id="0" name=""/>
        <dsp:cNvSpPr/>
      </dsp:nvSpPr>
      <dsp:spPr>
        <a:xfrm>
          <a:off x="4102951" y="3382502"/>
          <a:ext cx="2700801" cy="901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412" tIns="95412" rIns="95412" bIns="95412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Provide a handoff summary at the end of the rotation.</a:t>
          </a:r>
        </a:p>
      </dsp:txBody>
      <dsp:txXfrm>
        <a:off x="4102951" y="3382502"/>
        <a:ext cx="2700801" cy="9015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DC629-0DCD-4594-937B-72F9257CA436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A41AE-156E-4BCE-9ED5-D9E196FC6082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Devs, leads, and architects all participate in pager rotation.</a:t>
          </a:r>
        </a:p>
      </dsp:txBody>
      <dsp:txXfrm>
        <a:off x="0" y="0"/>
        <a:ext cx="6900512" cy="1384035"/>
      </dsp:txXfrm>
    </dsp:sp>
    <dsp:sp modelId="{B9C1917D-8398-4996-8EA9-96A590AB5D91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D80EB-9E28-4DBA-9E03-CED6C87A18CF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Managers join the rotation often to see impact and prioritize reliability work appropriately.</a:t>
          </a:r>
        </a:p>
      </dsp:txBody>
      <dsp:txXfrm>
        <a:off x="0" y="1384035"/>
        <a:ext cx="6900512" cy="1384035"/>
      </dsp:txXfrm>
    </dsp:sp>
    <dsp:sp modelId="{14A7765B-9F35-477E-BC4E-65C9D40BFF3F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32E3CB-6746-472C-8268-BC370AB2F193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Run blameless post-incident reviews to turn outages into learning opportunities.</a:t>
          </a:r>
        </a:p>
      </dsp:txBody>
      <dsp:txXfrm>
        <a:off x="0" y="2768070"/>
        <a:ext cx="6900512" cy="1384035"/>
      </dsp:txXfrm>
    </dsp:sp>
    <dsp:sp modelId="{D1444A4E-11B3-4CBE-8EC0-6650CD18A120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83063-295A-4A0D-BCD2-698B8ED278FA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Emphasize that on-call is about owning and improving the service, not just answering pages.</a:t>
          </a:r>
        </a:p>
      </dsp:txBody>
      <dsp:txXfrm>
        <a:off x="0" y="4152105"/>
        <a:ext cx="6900512" cy="13840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509D32-E641-4F42-9630-3FA113D10A3B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A3C855-BF90-4FBD-8AAD-EE6ECE5F8C53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Monitoring and alerting platforms route alerts to the correct rotation.</a:t>
          </a:r>
        </a:p>
      </dsp:txBody>
      <dsp:txXfrm>
        <a:off x="59990" y="2654049"/>
        <a:ext cx="3226223" cy="720000"/>
      </dsp:txXfrm>
    </dsp:sp>
    <dsp:sp modelId="{1976D53F-DBFF-41F9-BB29-C5D3D9111ADB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590E2-4466-4DF9-86BF-99011C343AB2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 incident management tools with integrated chat and dashboards to coordinate response and capture history.</a:t>
          </a:r>
        </a:p>
      </dsp:txBody>
      <dsp:txXfrm>
        <a:off x="3850802" y="2654049"/>
        <a:ext cx="3226223" cy="720000"/>
      </dsp:txXfrm>
    </dsp:sp>
    <dsp:sp modelId="{812B7AB5-24C5-4258-9617-D198A8359883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54DCB0-A822-412D-8F8A-A849AF75351C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Maintain runbooks and auto-remediation scripts so common issues can be fixed quickly.</a:t>
          </a:r>
        </a:p>
      </dsp:txBody>
      <dsp:txXfrm>
        <a:off x="7641615" y="2654049"/>
        <a:ext cx="3226223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94457-FCDE-416F-8906-C2CBDC474C71}">
      <dsp:nvSpPr>
        <dsp:cNvPr id="0" name=""/>
        <dsp:cNvSpPr/>
      </dsp:nvSpPr>
      <dsp:spPr>
        <a:xfrm>
          <a:off x="2304317" y="612089"/>
          <a:ext cx="4726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265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28064" y="655293"/>
        <a:ext cx="25162" cy="5032"/>
      </dsp:txXfrm>
    </dsp:sp>
    <dsp:sp modelId="{883A65F5-9359-48E1-8DDD-9DC031883208}">
      <dsp:nvSpPr>
        <dsp:cNvPr id="0" name=""/>
        <dsp:cNvSpPr/>
      </dsp:nvSpPr>
      <dsp:spPr>
        <a:xfrm>
          <a:off x="118045" y="1388"/>
          <a:ext cx="2188071" cy="13128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217" tIns="112543" rIns="107217" bIns="11254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Shared Dev + Ops rotation with clear primary/secondary responders</a:t>
          </a:r>
        </a:p>
      </dsp:txBody>
      <dsp:txXfrm>
        <a:off x="118045" y="1388"/>
        <a:ext cx="2188071" cy="1312842"/>
      </dsp:txXfrm>
    </dsp:sp>
    <dsp:sp modelId="{35EF2F2B-35A8-4F0D-920C-60AA045126C2}">
      <dsp:nvSpPr>
        <dsp:cNvPr id="0" name=""/>
        <dsp:cNvSpPr/>
      </dsp:nvSpPr>
      <dsp:spPr>
        <a:xfrm>
          <a:off x="1212081" y="1312431"/>
          <a:ext cx="2691327" cy="472656"/>
        </a:xfrm>
        <a:custGeom>
          <a:avLst/>
          <a:gdLst/>
          <a:ahLst/>
          <a:cxnLst/>
          <a:rect l="0" t="0" r="0" b="0"/>
          <a:pathLst>
            <a:path>
              <a:moveTo>
                <a:pt x="2691327" y="0"/>
              </a:moveTo>
              <a:lnTo>
                <a:pt x="2691327" y="253428"/>
              </a:lnTo>
              <a:lnTo>
                <a:pt x="0" y="253428"/>
              </a:lnTo>
              <a:lnTo>
                <a:pt x="0" y="47265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89296" y="1546243"/>
        <a:ext cx="136898" cy="5032"/>
      </dsp:txXfrm>
    </dsp:sp>
    <dsp:sp modelId="{F76C695A-76EE-4C6F-9DAC-2565ED42916C}">
      <dsp:nvSpPr>
        <dsp:cNvPr id="0" name=""/>
        <dsp:cNvSpPr/>
      </dsp:nvSpPr>
      <dsp:spPr>
        <a:xfrm>
          <a:off x="2809373" y="1388"/>
          <a:ext cx="2188071" cy="131284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217" tIns="112543" rIns="107217" bIns="11254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Sustainable schedule and pager load, documented escalation paths</a:t>
          </a:r>
        </a:p>
      </dsp:txBody>
      <dsp:txXfrm>
        <a:off x="2809373" y="1388"/>
        <a:ext cx="2188071" cy="1312842"/>
      </dsp:txXfrm>
    </dsp:sp>
    <dsp:sp modelId="{3D678CCB-94A9-44C4-A482-55E6476A9184}">
      <dsp:nvSpPr>
        <dsp:cNvPr id="0" name=""/>
        <dsp:cNvSpPr/>
      </dsp:nvSpPr>
      <dsp:spPr>
        <a:xfrm>
          <a:off x="2304317" y="2428189"/>
          <a:ext cx="4726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2656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28064" y="2471392"/>
        <a:ext cx="25162" cy="5032"/>
      </dsp:txXfrm>
    </dsp:sp>
    <dsp:sp modelId="{8254D7D6-A7BA-48C6-A5EF-95D160937875}">
      <dsp:nvSpPr>
        <dsp:cNvPr id="0" name=""/>
        <dsp:cNvSpPr/>
      </dsp:nvSpPr>
      <dsp:spPr>
        <a:xfrm>
          <a:off x="118045" y="1817487"/>
          <a:ext cx="2188071" cy="131284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217" tIns="112543" rIns="107217" bIns="11254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Strong tooling</a:t>
          </a:r>
        </a:p>
      </dsp:txBody>
      <dsp:txXfrm>
        <a:off x="118045" y="1817487"/>
        <a:ext cx="2188071" cy="1312842"/>
      </dsp:txXfrm>
    </dsp:sp>
    <dsp:sp modelId="{19BBC911-FF7E-4A43-A770-B973CFA1E41C}">
      <dsp:nvSpPr>
        <dsp:cNvPr id="0" name=""/>
        <dsp:cNvSpPr/>
      </dsp:nvSpPr>
      <dsp:spPr>
        <a:xfrm>
          <a:off x="1212081" y="3128530"/>
          <a:ext cx="2691327" cy="472656"/>
        </a:xfrm>
        <a:custGeom>
          <a:avLst/>
          <a:gdLst/>
          <a:ahLst/>
          <a:cxnLst/>
          <a:rect l="0" t="0" r="0" b="0"/>
          <a:pathLst>
            <a:path>
              <a:moveTo>
                <a:pt x="2691327" y="0"/>
              </a:moveTo>
              <a:lnTo>
                <a:pt x="2691327" y="253428"/>
              </a:lnTo>
              <a:lnTo>
                <a:pt x="0" y="253428"/>
              </a:lnTo>
              <a:lnTo>
                <a:pt x="0" y="47265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89296" y="3362342"/>
        <a:ext cx="136898" cy="5032"/>
      </dsp:txXfrm>
    </dsp:sp>
    <dsp:sp modelId="{7CD17745-9193-48E8-B46D-F1CD8BB91156}">
      <dsp:nvSpPr>
        <dsp:cNvPr id="0" name=""/>
        <dsp:cNvSpPr/>
      </dsp:nvSpPr>
      <dsp:spPr>
        <a:xfrm>
          <a:off x="2809373" y="1817487"/>
          <a:ext cx="2188071" cy="131284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217" tIns="112543" rIns="107217" bIns="11254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Blameless post-incident reviews feeding reliability improvements</a:t>
          </a:r>
        </a:p>
      </dsp:txBody>
      <dsp:txXfrm>
        <a:off x="2809373" y="1817487"/>
        <a:ext cx="2188071" cy="1312842"/>
      </dsp:txXfrm>
    </dsp:sp>
    <dsp:sp modelId="{337434DB-A7F1-4A7D-8C25-69A41CE0187E}">
      <dsp:nvSpPr>
        <dsp:cNvPr id="0" name=""/>
        <dsp:cNvSpPr/>
      </dsp:nvSpPr>
      <dsp:spPr>
        <a:xfrm>
          <a:off x="118045" y="3633586"/>
          <a:ext cx="2188071" cy="131284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217" tIns="112543" rIns="107217" bIns="11254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Leadership support: on-call time recognized, rewarded, and used to prioritize technical debt and resilience work</a:t>
          </a:r>
        </a:p>
      </dsp:txBody>
      <dsp:txXfrm>
        <a:off x="118045" y="3633586"/>
        <a:ext cx="2188071" cy="13128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73212-074F-5969-984B-424BD8773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E8DD27-5F70-5155-BF55-3AEB269C2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008DF-ADF7-88C4-4347-20F54A1F7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7DFFF-FC60-443D-A168-E1659E83B066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1A8B4-727A-07A6-6DAF-6A4E58329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CCC8A-0BC5-1838-1372-1B4028476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3225-54F9-46CE-8237-5D02AA6C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66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2A7FC-B930-314A-CC57-01F385A68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BEDC6-2F6A-A710-6128-5BD25D5D9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6B66F-1D02-3FBC-7D84-8D205A12F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7DFFF-FC60-443D-A168-E1659E83B066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177F7-B9A3-E4D1-8578-166B04CBA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9933E-F630-CD73-4F93-175E2AFD2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3225-54F9-46CE-8237-5D02AA6C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5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AD4AD-900C-B040-BF7F-F5B99A876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8285C-B4DD-76D2-9E50-625644ACD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75B90-1E9B-EF32-958F-F66A3ECF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7DFFF-FC60-443D-A168-E1659E83B066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B7729-3097-CA06-653F-9B9258D8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669A1-0262-904D-842D-F4698DA74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3225-54F9-46CE-8237-5D02AA6C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52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F5CF-4614-4549-C51A-01127282A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BCC67-9D7C-76A1-B925-F654C186E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78A60-F657-915A-F593-FF911F282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6C16FA-9234-703F-635A-00B924EC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7DFFF-FC60-443D-A168-E1659E83B066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9A9CF-8FCF-E8D1-E6B9-30447D626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362C7-4119-54D4-CA18-4ED2614F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3225-54F9-46CE-8237-5D02AA6C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51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B088-429A-8A52-975B-18D1105CA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2793E-91F9-8AF2-FFE4-FAD05DDB0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3C529-139C-78DC-D382-35D830A29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A9ABE-3DC8-F673-52EF-8026B0A87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26F710-67A1-6C94-CF62-CFE45CC5A5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B224CA-F440-DEB7-CE23-A0B04344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7DFFF-FC60-443D-A168-E1659E83B066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EAEF01-D1DC-7F10-AD85-03556CF25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A46541-BCF9-506B-6994-60CF0E65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3225-54F9-46CE-8237-5D02AA6C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1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D39C2-FB06-996A-CB53-8FA86788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D1FD53-74A7-2B40-3CA6-E48C15D72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7DFFF-FC60-443D-A168-E1659E83B066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544D8-A2AF-FF87-1DE9-BFD01E12D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F3A57-D3D4-E526-3891-910537EE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3225-54F9-46CE-8237-5D02AA6C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8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00D6CE-4475-7A24-25FA-AF48F3A4C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7DFFF-FC60-443D-A168-E1659E83B066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E0E363-D3EE-0CFC-DE58-5C2764E7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E58FB-E949-83E8-2F81-DB5275B32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3225-54F9-46CE-8237-5D02AA6C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0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86D02-69DD-F42B-2C23-AF2725E0D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BD674-4D08-250F-D830-122907D32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4A5B1-858C-6A2E-5AB1-68573808A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E8A99-D938-0525-2C9F-E378191D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7DFFF-FC60-443D-A168-E1659E83B066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7AA51-4F70-20F5-0206-07159A49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1F108-0000-5C38-65B6-773FFE5CE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3225-54F9-46CE-8237-5D02AA6C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94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87394-850D-9A64-E73A-96046B2C5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5CBCAD-744B-18A4-ED5C-F3B3CC4B0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636E4-CD13-F3FF-3C19-93EB290C3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FC0BC-4565-7A86-2372-929A7F58E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7DFFF-FC60-443D-A168-E1659E83B066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EBF6F-16E2-B63E-CF88-77E62B6F2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6F8C2-F61A-3D92-09EC-9002DA31F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3225-54F9-46CE-8237-5D02AA6C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42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F7785-58A7-2842-B31A-CDD67095C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3AEF8-E25A-74BF-9A3F-07BC4AF4C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BCA2F-9037-273A-6A8A-B75778E7B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7DFFF-FC60-443D-A168-E1659E83B066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A8096-8257-1123-4F82-88C5C0871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BF5B2-3F69-7F8A-D2D6-12460A95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3225-54F9-46CE-8237-5D02AA6C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104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16827-9B46-03A6-C87D-D2F28ACB0C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5D5B85-D983-1F5A-864F-86BB4662D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F5192-179D-CF52-1EF1-C9697EAD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7DFFF-FC60-443D-A168-E1659E83B066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9B63B-29E7-A178-2779-95A3EAEE0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70300-F899-0B30-99DA-0CCAB9D09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43225-54F9-46CE-8237-5D02AA6C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35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2E1202-EC65-54C9-ECB3-174D218A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986E94-BEB8-CD88-5E57-F11E94540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588AF-8911-4FA0-6CD1-F276B7290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7DFFF-FC60-443D-A168-E1659E83B066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EA309-9AAB-765B-2659-79531E6BE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46626-D9B5-98CA-87AF-8692F797E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43225-54F9-46CE-8237-5D02AA6CF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0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gerduty.com/resources/incident-management-response/learn/call-rotations-schedules/" TargetMode="Externa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2FFB9-3130-97B4-2EFE-46E7E6DFF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b="1" dirty="0"/>
              <a:t>Pager Rotation Duties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55D086-E094-762B-A112-D8466765FD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Scott Macioce - Module 7 - CSD380</a:t>
            </a:r>
          </a:p>
        </p:txBody>
      </p:sp>
      <p:sp>
        <p:nvSpPr>
          <p:cNvPr id="29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A8EF57-7E8F-1E36-0772-709F7EAC8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6850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5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E5B60A9-2501-9DD6-3B07-F1B513973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What Are Pager Rotation Duties?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659879-17DB-233F-4F98-06C8D1FAE5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0593495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975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878D01-65D7-E9B9-5E5D-D347486DB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Why Pager Rotation Matters in DevOps</a:t>
            </a:r>
          </a:p>
        </p:txBody>
      </p:sp>
      <p:pic>
        <p:nvPicPr>
          <p:cNvPr id="7" name="Graphic 6" descr="Run">
            <a:extLst>
              <a:ext uri="{FF2B5EF4-FFF2-40B4-BE49-F238E27FC236}">
                <a16:creationId xmlns:a16="http://schemas.microsoft.com/office/drawing/2014/main" id="{57489F24-E13B-DD0A-822A-987DD944F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324AC-5C24-D513-03D5-A405E8BC7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Many incidents still escape the deployment pipeline, so teams rely on production telemetry + on-call responders to restore service quickly.</a:t>
            </a:r>
          </a:p>
          <a:p>
            <a:r>
              <a:rPr lang="en-US" sz="1800" dirty="0">
                <a:solidFill>
                  <a:schemeClr val="tx2"/>
                </a:solidFill>
              </a:rPr>
              <a:t>Waking developers no matter the time of day for issues comes with a sense of urgency and ownership which results in defects get fixed faster and with more care.</a:t>
            </a:r>
          </a:p>
          <a:p>
            <a:r>
              <a:rPr lang="en-US" sz="1800" dirty="0">
                <a:solidFill>
                  <a:schemeClr val="tx2"/>
                </a:solidFill>
              </a:rPr>
              <a:t>On-call makes it clear that a feature is only completed when it runs reliably in production, not just when the code is merged.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20998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1DF711-9DC4-2433-B25F-B675E35287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54" r="8234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996FB-CB54-6554-1E7B-AD7E64D65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/>
              <a:t>Designing Effective Pager Rotations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4802E8-60FF-51A8-B3DC-25667B72EB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301458"/>
              </p:ext>
            </p:extLst>
          </p:nvPr>
        </p:nvGraphicFramePr>
        <p:xfrm>
          <a:off x="7412478" y="2434200"/>
          <a:ext cx="3941322" cy="4200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4734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AADB56C-BA56-4D1E-A42A-A07A47444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497987-A638-A255-7345-F377B9F3F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934"/>
            <a:ext cx="10515600" cy="1341634"/>
          </a:xfrm>
        </p:spPr>
        <p:txBody>
          <a:bodyPr>
            <a:normAutofit/>
          </a:bodyPr>
          <a:lstStyle/>
          <a:p>
            <a:r>
              <a:rPr lang="en-US" sz="4000"/>
              <a:t>Expectations for On-Call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47D2D2-DB6D-6D15-5780-0D2D73F5AC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975" r="9722" b="-2"/>
          <a:stretch>
            <a:fillRect/>
          </a:stretch>
        </p:blipFill>
        <p:spPr>
          <a:xfrm>
            <a:off x="7992976" y="1843283"/>
            <a:ext cx="3374810" cy="4285807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4BD50C-73AD-C48A-325D-238350733B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8970288"/>
              </p:ext>
            </p:extLst>
          </p:nvPr>
        </p:nvGraphicFramePr>
        <p:xfrm>
          <a:off x="831987" y="1843283"/>
          <a:ext cx="6803753" cy="4285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70101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C43DF0-B348-34C6-D839-DB588F967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Best Practices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D35960-A877-A878-3CC0-A1D305C8DA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23984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8537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3EE182-A0D1-A928-949C-C19EFEC1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Tooling &amp; Automation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A08F14-8844-E0D8-BFC7-B98B7260CA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231900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6019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D6A15B-57AE-09F9-2D1F-42398563D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Reducing Fatigue and Burnout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DAC77-EAEB-D5D6-5CD8-AB09D6A7E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Only actionable, customer-impacting incidents should page someone at night. </a:t>
            </a:r>
          </a:p>
          <a:p>
            <a:r>
              <a:rPr lang="en-US" dirty="0"/>
              <a:t>Keep rotations fair, limit consecutive nights or weekends, and provide recovery time after heavy incidents.</a:t>
            </a:r>
          </a:p>
          <a:p>
            <a:r>
              <a:rPr lang="en-US" dirty="0"/>
              <a:t>Encourage schedule swaps and backup coverage when people are sick or on vacation.</a:t>
            </a:r>
          </a:p>
          <a:p>
            <a:r>
              <a:rPr lang="en-US" dirty="0"/>
              <a:t>Use repeated noisy pages as a signal to fix root causes.</a:t>
            </a:r>
          </a:p>
        </p:txBody>
      </p:sp>
    </p:spTree>
    <p:extLst>
      <p:ext uri="{BB962C8B-B14F-4D97-AF65-F5344CB8AC3E}">
        <p14:creationId xmlns:p14="http://schemas.microsoft.com/office/powerpoint/2010/main" val="1712858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F3856E9-4239-4EE7-A372-FDCF4882F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C9CDCF-90F8-42B0-BD0A-794C52688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30095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07D05FE-3FB8-4314-A050-9AB40814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" y="-11219"/>
            <a:ext cx="5646974" cy="6483075"/>
            <a:chOff x="-19221" y="0"/>
            <a:chExt cx="5646974" cy="6483075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DDC6C42-DDD5-4105-85F2-9C052563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FB95E12-4EF0-42F7-BCF9-AD31B4C8E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338F8B2-67A9-4086-9341-7705CAB6F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653AAAF-CCEF-494B-9366-16BB3815A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4B356D9-49C3-412F-8E03-AC9AE8371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A460E40-2CC5-07AB-B3EE-6FA97D362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23236"/>
            <a:ext cx="3659777" cy="2820908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Pager Rotation Checklist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593175-7D9F-C8EB-CDCC-E26B4E51C3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0291588"/>
              </p:ext>
            </p:extLst>
          </p:nvPr>
        </p:nvGraphicFramePr>
        <p:xfrm>
          <a:off x="6091238" y="955653"/>
          <a:ext cx="5115491" cy="4947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35550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04356B16-DE43-3937-B80F-BE776A6A66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35" r="10454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9FCC2-13EC-916F-926C-06B8915EC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A9AB6-6271-39E5-E823-3920FA990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1100" dirty="0"/>
              <a:t>Kim, G., Humble, J., Debois, P., Willis, J., &amp; Forsgren, N. (2021). </a:t>
            </a:r>
            <a:r>
              <a:rPr lang="en-US" sz="1100" i="1" dirty="0"/>
              <a:t>The DevOps handbook: How to create world-class agility, reliability, &amp; security in technology organizations</a:t>
            </a:r>
            <a:r>
              <a:rPr lang="en-US" sz="1100" dirty="0"/>
              <a:t> (2nd ed.). IT Revolution. </a:t>
            </a:r>
          </a:p>
          <a:p>
            <a:r>
              <a:rPr lang="en-US" sz="1100" dirty="0"/>
              <a:t>PagerDuty, I. (2025). </a:t>
            </a:r>
            <a:r>
              <a:rPr lang="en-US" sz="1100" i="1" dirty="0"/>
              <a:t>Being On-Call - PagerDuty Incident Response Documentation</a:t>
            </a:r>
            <a:r>
              <a:rPr lang="en-US" sz="1100" dirty="0"/>
              <a:t>. PagerDuty Incident Response Documentation. https://response.pagerduty.com/oncall/being_oncall/</a:t>
            </a:r>
          </a:p>
          <a:p>
            <a:r>
              <a:rPr lang="en-US" sz="1100" dirty="0"/>
              <a:t>‌Spadaccini, A. (2015). </a:t>
            </a:r>
            <a:r>
              <a:rPr lang="en-US" sz="1100" i="1" dirty="0"/>
              <a:t>Being On-Call</a:t>
            </a:r>
            <a:r>
              <a:rPr lang="en-US" sz="1100" dirty="0"/>
              <a:t>. </a:t>
            </a:r>
            <a:r>
              <a:rPr lang="en-US" sz="1100" dirty="0" err="1"/>
              <a:t>Sre.google</a:t>
            </a:r>
            <a:r>
              <a:rPr lang="en-US" sz="1100" dirty="0"/>
              <a:t>; Google SRE. https://sre.google/sre-book/being-on-call/</a:t>
            </a:r>
          </a:p>
          <a:p>
            <a:r>
              <a:rPr lang="en-US" sz="1100" dirty="0"/>
              <a:t>‌</a:t>
            </a:r>
            <a:r>
              <a:rPr lang="en-US" sz="1100" i="1" dirty="0"/>
              <a:t>On-Call Rotations and Schedules</a:t>
            </a:r>
            <a:r>
              <a:rPr lang="en-US" sz="1100" dirty="0"/>
              <a:t>. (2025, March 27). PagerDuty. </a:t>
            </a:r>
            <a:r>
              <a:rPr lang="en-US" sz="1100" dirty="0">
                <a:hlinkClick r:id="rId3"/>
              </a:rPr>
              <a:t>https://www.pagerduty.com/resources/incident-management-response/learn/call-rotations-schedules/</a:t>
            </a:r>
            <a:endParaRPr lang="en-US" sz="1100" dirty="0"/>
          </a:p>
          <a:p>
            <a:r>
              <a:rPr lang="en-US" sz="1100" dirty="0" err="1"/>
              <a:t>Squadcast</a:t>
            </a:r>
            <a:r>
              <a:rPr lang="en-US" sz="1100" dirty="0"/>
              <a:t>. (2025, February 27). </a:t>
            </a:r>
            <a:r>
              <a:rPr lang="en-US" sz="1100" i="1" dirty="0"/>
              <a:t>On-Call Rotation: A Complete Guide to Best Practices</a:t>
            </a:r>
            <a:r>
              <a:rPr lang="en-US" sz="1100" dirty="0"/>
              <a:t>. Medium. https://medium.com/@squadcast/on-call-rotation-a-complete-guide-to-best-practices-997b0da54499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40784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691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Pager Rotation Duties</vt:lpstr>
      <vt:lpstr>What Are Pager Rotation Duties?</vt:lpstr>
      <vt:lpstr>Why Pager Rotation Matters in DevOps</vt:lpstr>
      <vt:lpstr>Designing Effective Pager Rotations</vt:lpstr>
      <vt:lpstr>Expectations for On-Call</vt:lpstr>
      <vt:lpstr>Best Practices</vt:lpstr>
      <vt:lpstr>Tooling &amp; Automation</vt:lpstr>
      <vt:lpstr>Reducing Fatigue and Burnout</vt:lpstr>
      <vt:lpstr>Pager Rotation Checklist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Macioce</dc:creator>
  <cp:lastModifiedBy>Scott Macioce</cp:lastModifiedBy>
  <cp:revision>1</cp:revision>
  <dcterms:created xsi:type="dcterms:W3CDTF">2025-12-01T03:46:49Z</dcterms:created>
  <dcterms:modified xsi:type="dcterms:W3CDTF">2025-12-01T04:11:31Z</dcterms:modified>
</cp:coreProperties>
</file>