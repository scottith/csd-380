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78AC8E-7DC6-43A9-A7EC-5FC01354F7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EC4DDAE-DA62-4C2F-AA2C-7C8CF16EE3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Shared repositories are central to modern DevOps workflows</a:t>
          </a:r>
          <a:endParaRPr lang="en-US"/>
        </a:p>
      </dgm:t>
    </dgm:pt>
    <dgm:pt modelId="{88BC9D21-F3C5-41B0-8D07-7093F452AB48}" type="parTrans" cxnId="{FCA3E9DE-1593-4E4F-B8C3-FDCB49B3BC40}">
      <dgm:prSet/>
      <dgm:spPr/>
      <dgm:t>
        <a:bodyPr/>
        <a:lstStyle/>
        <a:p>
          <a:endParaRPr lang="en-US"/>
        </a:p>
      </dgm:t>
    </dgm:pt>
    <dgm:pt modelId="{3E19E94E-2B0A-465F-881F-B52F4C836F8E}" type="sibTrans" cxnId="{FCA3E9DE-1593-4E4F-B8C3-FDCB49B3BC40}">
      <dgm:prSet/>
      <dgm:spPr/>
      <dgm:t>
        <a:bodyPr/>
        <a:lstStyle/>
        <a:p>
          <a:endParaRPr lang="en-US"/>
        </a:p>
      </dgm:t>
    </dgm:pt>
    <dgm:pt modelId="{7549E832-4A97-4901-8CEC-EE5C919824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Multiple contributors increase risk of:</a:t>
          </a:r>
          <a:endParaRPr lang="en-US"/>
        </a:p>
      </dgm:t>
    </dgm:pt>
    <dgm:pt modelId="{E04F9AF2-3535-48EE-8EB3-952DFEE551E1}" type="parTrans" cxnId="{3D5BB27D-2157-490C-B22D-5FE4931C399C}">
      <dgm:prSet/>
      <dgm:spPr/>
      <dgm:t>
        <a:bodyPr/>
        <a:lstStyle/>
        <a:p>
          <a:endParaRPr lang="en-US"/>
        </a:p>
      </dgm:t>
    </dgm:pt>
    <dgm:pt modelId="{066657D2-AA5A-4D00-95BB-6240CCA7BBD1}" type="sibTrans" cxnId="{3D5BB27D-2157-490C-B22D-5FE4931C399C}">
      <dgm:prSet/>
      <dgm:spPr/>
      <dgm:t>
        <a:bodyPr/>
        <a:lstStyle/>
        <a:p>
          <a:endParaRPr lang="en-US"/>
        </a:p>
      </dgm:t>
    </dgm:pt>
    <dgm:pt modelId="{4C067EAB-FFB9-426F-AFF1-41A34BEDA0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Unauthorized access</a:t>
          </a:r>
          <a:endParaRPr lang="en-US"/>
        </a:p>
      </dgm:t>
    </dgm:pt>
    <dgm:pt modelId="{F52D6056-85AB-41AE-89F5-F749259BD1D6}" type="parTrans" cxnId="{837155DD-52D0-43AD-A330-46439730E000}">
      <dgm:prSet/>
      <dgm:spPr/>
      <dgm:t>
        <a:bodyPr/>
        <a:lstStyle/>
        <a:p>
          <a:endParaRPr lang="en-US"/>
        </a:p>
      </dgm:t>
    </dgm:pt>
    <dgm:pt modelId="{E40B095A-E345-4D64-B877-BCEAD7F9B334}" type="sibTrans" cxnId="{837155DD-52D0-43AD-A330-46439730E000}">
      <dgm:prSet/>
      <dgm:spPr/>
      <dgm:t>
        <a:bodyPr/>
        <a:lstStyle/>
        <a:p>
          <a:endParaRPr lang="en-US"/>
        </a:p>
      </dgm:t>
    </dgm:pt>
    <dgm:pt modelId="{473A2BAC-F050-40CC-B5D0-BEC2CA1198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Accidental data exposure</a:t>
          </a:r>
          <a:endParaRPr lang="en-US"/>
        </a:p>
      </dgm:t>
    </dgm:pt>
    <dgm:pt modelId="{13269DF6-6DE5-4100-BDB0-03F0AFEE91D0}" type="parTrans" cxnId="{31AA7E0C-0793-45BD-AF90-C4425DA174A5}">
      <dgm:prSet/>
      <dgm:spPr/>
      <dgm:t>
        <a:bodyPr/>
        <a:lstStyle/>
        <a:p>
          <a:endParaRPr lang="en-US"/>
        </a:p>
      </dgm:t>
    </dgm:pt>
    <dgm:pt modelId="{24C37498-6861-4F9C-BB98-C952629B4B8E}" type="sibTrans" cxnId="{31AA7E0C-0793-45BD-AF90-C4425DA174A5}">
      <dgm:prSet/>
      <dgm:spPr/>
      <dgm:t>
        <a:bodyPr/>
        <a:lstStyle/>
        <a:p>
          <a:endParaRPr lang="en-US"/>
        </a:p>
      </dgm:t>
    </dgm:pt>
    <dgm:pt modelId="{AC06CA14-6EA0-479A-B7D2-CFEF8C7E6A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Malicious code injection</a:t>
          </a:r>
          <a:endParaRPr lang="en-US"/>
        </a:p>
      </dgm:t>
    </dgm:pt>
    <dgm:pt modelId="{E3AB7AFB-E1A6-4CA6-9A97-1C887DE4D989}" type="parTrans" cxnId="{5945FAEA-D969-469A-BC46-25A6ADF839E6}">
      <dgm:prSet/>
      <dgm:spPr/>
      <dgm:t>
        <a:bodyPr/>
        <a:lstStyle/>
        <a:p>
          <a:endParaRPr lang="en-US"/>
        </a:p>
      </dgm:t>
    </dgm:pt>
    <dgm:pt modelId="{1059FBC1-AB0B-4A0D-B4EC-EB0160D1A105}" type="sibTrans" cxnId="{5945FAEA-D969-469A-BC46-25A6ADF839E6}">
      <dgm:prSet/>
      <dgm:spPr/>
      <dgm:t>
        <a:bodyPr/>
        <a:lstStyle/>
        <a:p>
          <a:endParaRPr lang="en-US"/>
        </a:p>
      </dgm:t>
    </dgm:pt>
    <dgm:pt modelId="{275741C7-D033-4E7B-B3D8-103C1E109C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Repositories often contain:</a:t>
          </a:r>
          <a:endParaRPr lang="en-US"/>
        </a:p>
      </dgm:t>
    </dgm:pt>
    <dgm:pt modelId="{B1CA663F-5182-4007-A545-F044A748EBBF}" type="parTrans" cxnId="{4D2C0FE0-F648-4B22-9B34-A183537B8AAB}">
      <dgm:prSet/>
      <dgm:spPr/>
      <dgm:t>
        <a:bodyPr/>
        <a:lstStyle/>
        <a:p>
          <a:endParaRPr lang="en-US"/>
        </a:p>
      </dgm:t>
    </dgm:pt>
    <dgm:pt modelId="{914899E9-760A-4626-8EE4-B6FDC6BF1846}" type="sibTrans" cxnId="{4D2C0FE0-F648-4B22-9B34-A183537B8AAB}">
      <dgm:prSet/>
      <dgm:spPr/>
      <dgm:t>
        <a:bodyPr/>
        <a:lstStyle/>
        <a:p>
          <a:endParaRPr lang="en-US"/>
        </a:p>
      </dgm:t>
    </dgm:pt>
    <dgm:pt modelId="{C32E19CA-15AB-4CAD-85B8-F1171C448A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Intellectual property</a:t>
          </a:r>
          <a:endParaRPr lang="en-US"/>
        </a:p>
      </dgm:t>
    </dgm:pt>
    <dgm:pt modelId="{9D39B3C3-E5FD-40E2-9C15-B566467A7CEA}" type="parTrans" cxnId="{FBE632CF-8B3C-4EC9-B56D-5EA1F03A76B4}">
      <dgm:prSet/>
      <dgm:spPr/>
      <dgm:t>
        <a:bodyPr/>
        <a:lstStyle/>
        <a:p>
          <a:endParaRPr lang="en-US"/>
        </a:p>
      </dgm:t>
    </dgm:pt>
    <dgm:pt modelId="{73AB13FF-3345-4764-8B69-3A0D8405A1DD}" type="sibTrans" cxnId="{FBE632CF-8B3C-4EC9-B56D-5EA1F03A76B4}">
      <dgm:prSet/>
      <dgm:spPr/>
      <dgm:t>
        <a:bodyPr/>
        <a:lstStyle/>
        <a:p>
          <a:endParaRPr lang="en-US"/>
        </a:p>
      </dgm:t>
    </dgm:pt>
    <dgm:pt modelId="{DF5B677B-614D-4447-AC58-0815D2F791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Secrets or credentials</a:t>
          </a:r>
          <a:endParaRPr lang="en-US"/>
        </a:p>
      </dgm:t>
    </dgm:pt>
    <dgm:pt modelId="{ED76DCDC-F911-409A-AE4C-A503788EA5AD}" type="parTrans" cxnId="{6158607F-9A43-4D98-9202-B573D1AE8876}">
      <dgm:prSet/>
      <dgm:spPr/>
      <dgm:t>
        <a:bodyPr/>
        <a:lstStyle/>
        <a:p>
          <a:endParaRPr lang="en-US"/>
        </a:p>
      </dgm:t>
    </dgm:pt>
    <dgm:pt modelId="{F829015F-5EB3-4BBD-95DF-135C087AC5CB}" type="sibTrans" cxnId="{6158607F-9A43-4D98-9202-B573D1AE8876}">
      <dgm:prSet/>
      <dgm:spPr/>
      <dgm:t>
        <a:bodyPr/>
        <a:lstStyle/>
        <a:p>
          <a:endParaRPr lang="en-US"/>
        </a:p>
      </dgm:t>
    </dgm:pt>
    <dgm:pt modelId="{8BC0A7E8-DC82-4C45-AD35-998B33F3DC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Infrastructure and pipeline definitions</a:t>
          </a:r>
          <a:endParaRPr lang="en-US"/>
        </a:p>
      </dgm:t>
    </dgm:pt>
    <dgm:pt modelId="{B018DA9D-81E9-484A-87BF-DC608945C3B3}" type="parTrans" cxnId="{796819F2-5833-447B-A939-A617A3C7D0A3}">
      <dgm:prSet/>
      <dgm:spPr/>
      <dgm:t>
        <a:bodyPr/>
        <a:lstStyle/>
        <a:p>
          <a:endParaRPr lang="en-US"/>
        </a:p>
      </dgm:t>
    </dgm:pt>
    <dgm:pt modelId="{1428DFC6-339B-45F0-A50F-1F92F08B6495}" type="sibTrans" cxnId="{796819F2-5833-447B-A939-A617A3C7D0A3}">
      <dgm:prSet/>
      <dgm:spPr/>
      <dgm:t>
        <a:bodyPr/>
        <a:lstStyle/>
        <a:p>
          <a:endParaRPr lang="en-US"/>
        </a:p>
      </dgm:t>
    </dgm:pt>
    <dgm:pt modelId="{3FA3A4A6-7D52-41BC-B3A6-0C620D1FDE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Strong security controls protect both code integrity and supply chain security</a:t>
          </a:r>
          <a:endParaRPr lang="en-US"/>
        </a:p>
      </dgm:t>
    </dgm:pt>
    <dgm:pt modelId="{25851144-DDC7-45AA-98E2-BE71938D2975}" type="parTrans" cxnId="{E36A7708-E8B6-4110-8E48-D4DC4818AD50}">
      <dgm:prSet/>
      <dgm:spPr/>
      <dgm:t>
        <a:bodyPr/>
        <a:lstStyle/>
        <a:p>
          <a:endParaRPr lang="en-US"/>
        </a:p>
      </dgm:t>
    </dgm:pt>
    <dgm:pt modelId="{EBAEF7A2-20D5-44B9-A9A9-D970D4A5A93B}" type="sibTrans" cxnId="{E36A7708-E8B6-4110-8E48-D4DC4818AD50}">
      <dgm:prSet/>
      <dgm:spPr/>
      <dgm:t>
        <a:bodyPr/>
        <a:lstStyle/>
        <a:p>
          <a:endParaRPr lang="en-US"/>
        </a:p>
      </dgm:t>
    </dgm:pt>
    <dgm:pt modelId="{57142036-A21D-48AB-A109-57992CA7BC72}" type="pres">
      <dgm:prSet presAssocID="{1A78AC8E-7DC6-43A9-A7EC-5FC01354F7A9}" presName="root" presStyleCnt="0">
        <dgm:presLayoutVars>
          <dgm:dir/>
          <dgm:resizeHandles val="exact"/>
        </dgm:presLayoutVars>
      </dgm:prSet>
      <dgm:spPr/>
    </dgm:pt>
    <dgm:pt modelId="{05D50569-5F45-4895-AB01-D82D607A296C}" type="pres">
      <dgm:prSet presAssocID="{FEC4DDAE-DA62-4C2F-AA2C-7C8CF16EE36F}" presName="compNode" presStyleCnt="0"/>
      <dgm:spPr/>
    </dgm:pt>
    <dgm:pt modelId="{703A1239-EEB7-49EC-BDFF-0772C6931AB8}" type="pres">
      <dgm:prSet presAssocID="{FEC4DDAE-DA62-4C2F-AA2C-7C8CF16EE36F}" presName="bgRect" presStyleLbl="bgShp" presStyleIdx="0" presStyleCnt="4"/>
      <dgm:spPr/>
    </dgm:pt>
    <dgm:pt modelId="{EFAA510E-128A-4A84-AA64-4810E93E389D}" type="pres">
      <dgm:prSet presAssocID="{FEC4DDAE-DA62-4C2F-AA2C-7C8CF16EE36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C9A80C9-E873-4CD8-9640-51D52930FA9A}" type="pres">
      <dgm:prSet presAssocID="{FEC4DDAE-DA62-4C2F-AA2C-7C8CF16EE36F}" presName="spaceRect" presStyleCnt="0"/>
      <dgm:spPr/>
    </dgm:pt>
    <dgm:pt modelId="{54C9E8AB-C84F-417C-976F-EBFD222CCB6C}" type="pres">
      <dgm:prSet presAssocID="{FEC4DDAE-DA62-4C2F-AA2C-7C8CF16EE36F}" presName="parTx" presStyleLbl="revTx" presStyleIdx="0" presStyleCnt="6">
        <dgm:presLayoutVars>
          <dgm:chMax val="0"/>
          <dgm:chPref val="0"/>
        </dgm:presLayoutVars>
      </dgm:prSet>
      <dgm:spPr/>
    </dgm:pt>
    <dgm:pt modelId="{D19BAD77-9804-49EA-AAA4-51CEE65789C0}" type="pres">
      <dgm:prSet presAssocID="{3E19E94E-2B0A-465F-881F-B52F4C836F8E}" presName="sibTrans" presStyleCnt="0"/>
      <dgm:spPr/>
    </dgm:pt>
    <dgm:pt modelId="{548ECB54-368D-4707-B283-AB93FFD75257}" type="pres">
      <dgm:prSet presAssocID="{7549E832-4A97-4901-8CEC-EE5C919824F8}" presName="compNode" presStyleCnt="0"/>
      <dgm:spPr/>
    </dgm:pt>
    <dgm:pt modelId="{F67FF740-E9F9-4B51-A89B-4E50DB861DAC}" type="pres">
      <dgm:prSet presAssocID="{7549E832-4A97-4901-8CEC-EE5C919824F8}" presName="bgRect" presStyleLbl="bgShp" presStyleIdx="1" presStyleCnt="4"/>
      <dgm:spPr/>
    </dgm:pt>
    <dgm:pt modelId="{5158A041-D84C-45A8-A0D7-7B71B9D8F376}" type="pres">
      <dgm:prSet presAssocID="{7549E832-4A97-4901-8CEC-EE5C919824F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48EF36C-2EF4-4965-9E0A-FD004D352283}" type="pres">
      <dgm:prSet presAssocID="{7549E832-4A97-4901-8CEC-EE5C919824F8}" presName="spaceRect" presStyleCnt="0"/>
      <dgm:spPr/>
    </dgm:pt>
    <dgm:pt modelId="{BE153F8F-0905-4075-971A-A353448C2DF4}" type="pres">
      <dgm:prSet presAssocID="{7549E832-4A97-4901-8CEC-EE5C919824F8}" presName="parTx" presStyleLbl="revTx" presStyleIdx="1" presStyleCnt="6">
        <dgm:presLayoutVars>
          <dgm:chMax val="0"/>
          <dgm:chPref val="0"/>
        </dgm:presLayoutVars>
      </dgm:prSet>
      <dgm:spPr/>
    </dgm:pt>
    <dgm:pt modelId="{37CCDCDE-9565-449C-AAC1-F70CB61A9488}" type="pres">
      <dgm:prSet presAssocID="{7549E832-4A97-4901-8CEC-EE5C919824F8}" presName="desTx" presStyleLbl="revTx" presStyleIdx="2" presStyleCnt="6">
        <dgm:presLayoutVars/>
      </dgm:prSet>
      <dgm:spPr/>
    </dgm:pt>
    <dgm:pt modelId="{BCD5DCA3-CC02-41A7-86BD-B0DB4FF99C4E}" type="pres">
      <dgm:prSet presAssocID="{066657D2-AA5A-4D00-95BB-6240CCA7BBD1}" presName="sibTrans" presStyleCnt="0"/>
      <dgm:spPr/>
    </dgm:pt>
    <dgm:pt modelId="{8D279736-1D5B-45C0-80FA-A3CA5CAB9031}" type="pres">
      <dgm:prSet presAssocID="{275741C7-D033-4E7B-B3D8-103C1E109CF2}" presName="compNode" presStyleCnt="0"/>
      <dgm:spPr/>
    </dgm:pt>
    <dgm:pt modelId="{1EE87EE8-A8C7-4392-84C0-18A2A0532E0F}" type="pres">
      <dgm:prSet presAssocID="{275741C7-D033-4E7B-B3D8-103C1E109CF2}" presName="bgRect" presStyleLbl="bgShp" presStyleIdx="2" presStyleCnt="4"/>
      <dgm:spPr/>
    </dgm:pt>
    <dgm:pt modelId="{FD2FA311-E780-400B-82F7-8D04B3A6EF1E}" type="pres">
      <dgm:prSet presAssocID="{275741C7-D033-4E7B-B3D8-103C1E109CF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C3B4F2B-C3AA-4C77-9D84-9ED4332E9E0C}" type="pres">
      <dgm:prSet presAssocID="{275741C7-D033-4E7B-B3D8-103C1E109CF2}" presName="spaceRect" presStyleCnt="0"/>
      <dgm:spPr/>
    </dgm:pt>
    <dgm:pt modelId="{2EB7EC1C-4D98-4C1E-B81F-68E36CAFDEAE}" type="pres">
      <dgm:prSet presAssocID="{275741C7-D033-4E7B-B3D8-103C1E109CF2}" presName="parTx" presStyleLbl="revTx" presStyleIdx="3" presStyleCnt="6">
        <dgm:presLayoutVars>
          <dgm:chMax val="0"/>
          <dgm:chPref val="0"/>
        </dgm:presLayoutVars>
      </dgm:prSet>
      <dgm:spPr/>
    </dgm:pt>
    <dgm:pt modelId="{8D8D7E3E-3643-4C46-B787-F4A961323708}" type="pres">
      <dgm:prSet presAssocID="{275741C7-D033-4E7B-B3D8-103C1E109CF2}" presName="desTx" presStyleLbl="revTx" presStyleIdx="4" presStyleCnt="6">
        <dgm:presLayoutVars/>
      </dgm:prSet>
      <dgm:spPr/>
    </dgm:pt>
    <dgm:pt modelId="{2293E9F4-2E9A-4C30-B0AA-A82B9D32734B}" type="pres">
      <dgm:prSet presAssocID="{914899E9-760A-4626-8EE4-B6FDC6BF1846}" presName="sibTrans" presStyleCnt="0"/>
      <dgm:spPr/>
    </dgm:pt>
    <dgm:pt modelId="{8007FDA6-5529-414A-B901-F3BD916288C5}" type="pres">
      <dgm:prSet presAssocID="{3FA3A4A6-7D52-41BC-B3A6-0C620D1FDE26}" presName="compNode" presStyleCnt="0"/>
      <dgm:spPr/>
    </dgm:pt>
    <dgm:pt modelId="{5AC963C3-744F-4440-AB5B-4B8A4690A7F9}" type="pres">
      <dgm:prSet presAssocID="{3FA3A4A6-7D52-41BC-B3A6-0C620D1FDE26}" presName="bgRect" presStyleLbl="bgShp" presStyleIdx="3" presStyleCnt="4"/>
      <dgm:spPr/>
    </dgm:pt>
    <dgm:pt modelId="{84563906-0F40-42B6-921A-4657E5ABA014}" type="pres">
      <dgm:prSet presAssocID="{3FA3A4A6-7D52-41BC-B3A6-0C620D1FDE2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3051498-BE9A-4C9E-B2F5-DCEFE0242850}" type="pres">
      <dgm:prSet presAssocID="{3FA3A4A6-7D52-41BC-B3A6-0C620D1FDE26}" presName="spaceRect" presStyleCnt="0"/>
      <dgm:spPr/>
    </dgm:pt>
    <dgm:pt modelId="{857D2BA1-F8EC-4943-AAA0-E0638D59CD08}" type="pres">
      <dgm:prSet presAssocID="{3FA3A4A6-7D52-41BC-B3A6-0C620D1FDE2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36A7708-E8B6-4110-8E48-D4DC4818AD50}" srcId="{1A78AC8E-7DC6-43A9-A7EC-5FC01354F7A9}" destId="{3FA3A4A6-7D52-41BC-B3A6-0C620D1FDE26}" srcOrd="3" destOrd="0" parTransId="{25851144-DDC7-45AA-98E2-BE71938D2975}" sibTransId="{EBAEF7A2-20D5-44B9-A9A9-D970D4A5A93B}"/>
    <dgm:cxn modelId="{99C96D0A-F935-49A9-B869-A3AEE77D218F}" type="presOf" srcId="{FEC4DDAE-DA62-4C2F-AA2C-7C8CF16EE36F}" destId="{54C9E8AB-C84F-417C-976F-EBFD222CCB6C}" srcOrd="0" destOrd="0" presId="urn:microsoft.com/office/officeart/2018/2/layout/IconVerticalSolidList"/>
    <dgm:cxn modelId="{31AA7E0C-0793-45BD-AF90-C4425DA174A5}" srcId="{7549E832-4A97-4901-8CEC-EE5C919824F8}" destId="{473A2BAC-F050-40CC-B5D0-BEC2CA1198FD}" srcOrd="1" destOrd="0" parTransId="{13269DF6-6DE5-4100-BDB0-03F0AFEE91D0}" sibTransId="{24C37498-6861-4F9C-BB98-C952629B4B8E}"/>
    <dgm:cxn modelId="{29779A11-EF22-49B0-B3E1-F2CDECF1CA10}" type="presOf" srcId="{AC06CA14-6EA0-479A-B7D2-CFEF8C7E6A63}" destId="{37CCDCDE-9565-449C-AAC1-F70CB61A9488}" srcOrd="0" destOrd="2" presId="urn:microsoft.com/office/officeart/2018/2/layout/IconVerticalSolidList"/>
    <dgm:cxn modelId="{4BD1931E-D2A6-4A44-A489-988D252586A1}" type="presOf" srcId="{1A78AC8E-7DC6-43A9-A7EC-5FC01354F7A9}" destId="{57142036-A21D-48AB-A109-57992CA7BC72}" srcOrd="0" destOrd="0" presId="urn:microsoft.com/office/officeart/2018/2/layout/IconVerticalSolidList"/>
    <dgm:cxn modelId="{EEBF7843-B39D-4BC9-AA4C-21A67FE83542}" type="presOf" srcId="{8BC0A7E8-DC82-4C45-AD35-998B33F3DC78}" destId="{8D8D7E3E-3643-4C46-B787-F4A961323708}" srcOrd="0" destOrd="2" presId="urn:microsoft.com/office/officeart/2018/2/layout/IconVerticalSolidList"/>
    <dgm:cxn modelId="{827B3544-2540-4AC2-B63B-1B1C3EB994F2}" type="presOf" srcId="{275741C7-D033-4E7B-B3D8-103C1E109CF2}" destId="{2EB7EC1C-4D98-4C1E-B81F-68E36CAFDEAE}" srcOrd="0" destOrd="0" presId="urn:microsoft.com/office/officeart/2018/2/layout/IconVerticalSolidList"/>
    <dgm:cxn modelId="{06471F51-838E-44E9-9AFE-5B33BA9E74F8}" type="presOf" srcId="{DF5B677B-614D-4447-AC58-0815D2F791CC}" destId="{8D8D7E3E-3643-4C46-B787-F4A961323708}" srcOrd="0" destOrd="1" presId="urn:microsoft.com/office/officeart/2018/2/layout/IconVerticalSolidList"/>
    <dgm:cxn modelId="{3D5BB27D-2157-490C-B22D-5FE4931C399C}" srcId="{1A78AC8E-7DC6-43A9-A7EC-5FC01354F7A9}" destId="{7549E832-4A97-4901-8CEC-EE5C919824F8}" srcOrd="1" destOrd="0" parTransId="{E04F9AF2-3535-48EE-8EB3-952DFEE551E1}" sibTransId="{066657D2-AA5A-4D00-95BB-6240CCA7BBD1}"/>
    <dgm:cxn modelId="{6158607F-9A43-4D98-9202-B573D1AE8876}" srcId="{275741C7-D033-4E7B-B3D8-103C1E109CF2}" destId="{DF5B677B-614D-4447-AC58-0815D2F791CC}" srcOrd="1" destOrd="0" parTransId="{ED76DCDC-F911-409A-AE4C-A503788EA5AD}" sibTransId="{F829015F-5EB3-4BBD-95DF-135C087AC5CB}"/>
    <dgm:cxn modelId="{152A9994-F951-45FC-9CB8-D8F136E84518}" type="presOf" srcId="{C32E19CA-15AB-4CAD-85B8-F1171C448A1B}" destId="{8D8D7E3E-3643-4C46-B787-F4A961323708}" srcOrd="0" destOrd="0" presId="urn:microsoft.com/office/officeart/2018/2/layout/IconVerticalSolidList"/>
    <dgm:cxn modelId="{44C32E9C-1363-47C3-885E-D912636C9BBA}" type="presOf" srcId="{3FA3A4A6-7D52-41BC-B3A6-0C620D1FDE26}" destId="{857D2BA1-F8EC-4943-AAA0-E0638D59CD08}" srcOrd="0" destOrd="0" presId="urn:microsoft.com/office/officeart/2018/2/layout/IconVerticalSolidList"/>
    <dgm:cxn modelId="{DD7A4C9C-BAB6-4C39-9582-0BAD58CFBB54}" type="presOf" srcId="{7549E832-4A97-4901-8CEC-EE5C919824F8}" destId="{BE153F8F-0905-4075-971A-A353448C2DF4}" srcOrd="0" destOrd="0" presId="urn:microsoft.com/office/officeart/2018/2/layout/IconVerticalSolidList"/>
    <dgm:cxn modelId="{CC9FD3A7-D4F8-42CB-A2AF-5F6EC36F98AA}" type="presOf" srcId="{4C067EAB-FFB9-426F-AFF1-41A34BEDA06F}" destId="{37CCDCDE-9565-449C-AAC1-F70CB61A9488}" srcOrd="0" destOrd="0" presId="urn:microsoft.com/office/officeart/2018/2/layout/IconVerticalSolidList"/>
    <dgm:cxn modelId="{9D4E70B5-C574-4741-BDB4-0737D5306CDA}" type="presOf" srcId="{473A2BAC-F050-40CC-B5D0-BEC2CA1198FD}" destId="{37CCDCDE-9565-449C-AAC1-F70CB61A9488}" srcOrd="0" destOrd="1" presId="urn:microsoft.com/office/officeart/2018/2/layout/IconVerticalSolidList"/>
    <dgm:cxn modelId="{FBE632CF-8B3C-4EC9-B56D-5EA1F03A76B4}" srcId="{275741C7-D033-4E7B-B3D8-103C1E109CF2}" destId="{C32E19CA-15AB-4CAD-85B8-F1171C448A1B}" srcOrd="0" destOrd="0" parTransId="{9D39B3C3-E5FD-40E2-9C15-B566467A7CEA}" sibTransId="{73AB13FF-3345-4764-8B69-3A0D8405A1DD}"/>
    <dgm:cxn modelId="{837155DD-52D0-43AD-A330-46439730E000}" srcId="{7549E832-4A97-4901-8CEC-EE5C919824F8}" destId="{4C067EAB-FFB9-426F-AFF1-41A34BEDA06F}" srcOrd="0" destOrd="0" parTransId="{F52D6056-85AB-41AE-89F5-F749259BD1D6}" sibTransId="{E40B095A-E345-4D64-B877-BCEAD7F9B334}"/>
    <dgm:cxn modelId="{FCA3E9DE-1593-4E4F-B8C3-FDCB49B3BC40}" srcId="{1A78AC8E-7DC6-43A9-A7EC-5FC01354F7A9}" destId="{FEC4DDAE-DA62-4C2F-AA2C-7C8CF16EE36F}" srcOrd="0" destOrd="0" parTransId="{88BC9D21-F3C5-41B0-8D07-7093F452AB48}" sibTransId="{3E19E94E-2B0A-465F-881F-B52F4C836F8E}"/>
    <dgm:cxn modelId="{4D2C0FE0-F648-4B22-9B34-A183537B8AAB}" srcId="{1A78AC8E-7DC6-43A9-A7EC-5FC01354F7A9}" destId="{275741C7-D033-4E7B-B3D8-103C1E109CF2}" srcOrd="2" destOrd="0" parTransId="{B1CA663F-5182-4007-A545-F044A748EBBF}" sibTransId="{914899E9-760A-4626-8EE4-B6FDC6BF1846}"/>
    <dgm:cxn modelId="{5945FAEA-D969-469A-BC46-25A6ADF839E6}" srcId="{7549E832-4A97-4901-8CEC-EE5C919824F8}" destId="{AC06CA14-6EA0-479A-B7D2-CFEF8C7E6A63}" srcOrd="2" destOrd="0" parTransId="{E3AB7AFB-E1A6-4CA6-9A97-1C887DE4D989}" sibTransId="{1059FBC1-AB0B-4A0D-B4EC-EB0160D1A105}"/>
    <dgm:cxn modelId="{796819F2-5833-447B-A939-A617A3C7D0A3}" srcId="{275741C7-D033-4E7B-B3D8-103C1E109CF2}" destId="{8BC0A7E8-DC82-4C45-AD35-998B33F3DC78}" srcOrd="2" destOrd="0" parTransId="{B018DA9D-81E9-484A-87BF-DC608945C3B3}" sibTransId="{1428DFC6-339B-45F0-A50F-1F92F08B6495}"/>
    <dgm:cxn modelId="{7D2CA726-12A2-4C42-90A6-175F5BF25AD5}" type="presParOf" srcId="{57142036-A21D-48AB-A109-57992CA7BC72}" destId="{05D50569-5F45-4895-AB01-D82D607A296C}" srcOrd="0" destOrd="0" presId="urn:microsoft.com/office/officeart/2018/2/layout/IconVerticalSolidList"/>
    <dgm:cxn modelId="{18A75576-B94D-4FA6-AEF9-7496A096ABEF}" type="presParOf" srcId="{05D50569-5F45-4895-AB01-D82D607A296C}" destId="{703A1239-EEB7-49EC-BDFF-0772C6931AB8}" srcOrd="0" destOrd="0" presId="urn:microsoft.com/office/officeart/2018/2/layout/IconVerticalSolidList"/>
    <dgm:cxn modelId="{A956F7AB-0987-443E-BA63-6B577860FB67}" type="presParOf" srcId="{05D50569-5F45-4895-AB01-D82D607A296C}" destId="{EFAA510E-128A-4A84-AA64-4810E93E389D}" srcOrd="1" destOrd="0" presId="urn:microsoft.com/office/officeart/2018/2/layout/IconVerticalSolidList"/>
    <dgm:cxn modelId="{7D2CE6E5-F0DA-4D4B-BF5B-7059E8170F92}" type="presParOf" srcId="{05D50569-5F45-4895-AB01-D82D607A296C}" destId="{FC9A80C9-E873-4CD8-9640-51D52930FA9A}" srcOrd="2" destOrd="0" presId="urn:microsoft.com/office/officeart/2018/2/layout/IconVerticalSolidList"/>
    <dgm:cxn modelId="{C636377E-AB4B-4817-99FD-61309A197C74}" type="presParOf" srcId="{05D50569-5F45-4895-AB01-D82D607A296C}" destId="{54C9E8AB-C84F-417C-976F-EBFD222CCB6C}" srcOrd="3" destOrd="0" presId="urn:microsoft.com/office/officeart/2018/2/layout/IconVerticalSolidList"/>
    <dgm:cxn modelId="{6764CBC6-D3B7-43D8-A664-EE96DCD018FF}" type="presParOf" srcId="{57142036-A21D-48AB-A109-57992CA7BC72}" destId="{D19BAD77-9804-49EA-AAA4-51CEE65789C0}" srcOrd="1" destOrd="0" presId="urn:microsoft.com/office/officeart/2018/2/layout/IconVerticalSolidList"/>
    <dgm:cxn modelId="{E557D49C-7F71-418A-8EC1-DACB51DCFCA4}" type="presParOf" srcId="{57142036-A21D-48AB-A109-57992CA7BC72}" destId="{548ECB54-368D-4707-B283-AB93FFD75257}" srcOrd="2" destOrd="0" presId="urn:microsoft.com/office/officeart/2018/2/layout/IconVerticalSolidList"/>
    <dgm:cxn modelId="{D6434207-E786-41F8-8FB8-E1B965E7DF7C}" type="presParOf" srcId="{548ECB54-368D-4707-B283-AB93FFD75257}" destId="{F67FF740-E9F9-4B51-A89B-4E50DB861DAC}" srcOrd="0" destOrd="0" presId="urn:microsoft.com/office/officeart/2018/2/layout/IconVerticalSolidList"/>
    <dgm:cxn modelId="{8B1CDE8C-0370-400D-A56E-1615CB89639C}" type="presParOf" srcId="{548ECB54-368D-4707-B283-AB93FFD75257}" destId="{5158A041-D84C-45A8-A0D7-7B71B9D8F376}" srcOrd="1" destOrd="0" presId="urn:microsoft.com/office/officeart/2018/2/layout/IconVerticalSolidList"/>
    <dgm:cxn modelId="{6887AB5E-E313-40CB-B2E8-F1BEB3CCAFAA}" type="presParOf" srcId="{548ECB54-368D-4707-B283-AB93FFD75257}" destId="{848EF36C-2EF4-4965-9E0A-FD004D352283}" srcOrd="2" destOrd="0" presId="urn:microsoft.com/office/officeart/2018/2/layout/IconVerticalSolidList"/>
    <dgm:cxn modelId="{5AD86C13-5CC6-4135-B7B9-E951B7372BA2}" type="presParOf" srcId="{548ECB54-368D-4707-B283-AB93FFD75257}" destId="{BE153F8F-0905-4075-971A-A353448C2DF4}" srcOrd="3" destOrd="0" presId="urn:microsoft.com/office/officeart/2018/2/layout/IconVerticalSolidList"/>
    <dgm:cxn modelId="{84475E27-FA39-418A-AADD-D17C899FAE14}" type="presParOf" srcId="{548ECB54-368D-4707-B283-AB93FFD75257}" destId="{37CCDCDE-9565-449C-AAC1-F70CB61A9488}" srcOrd="4" destOrd="0" presId="urn:microsoft.com/office/officeart/2018/2/layout/IconVerticalSolidList"/>
    <dgm:cxn modelId="{365A9174-EC8B-4812-8B0C-AD7600B3BF16}" type="presParOf" srcId="{57142036-A21D-48AB-A109-57992CA7BC72}" destId="{BCD5DCA3-CC02-41A7-86BD-B0DB4FF99C4E}" srcOrd="3" destOrd="0" presId="urn:microsoft.com/office/officeart/2018/2/layout/IconVerticalSolidList"/>
    <dgm:cxn modelId="{AC5BCF8B-9534-488F-8904-5076EF54ABB3}" type="presParOf" srcId="{57142036-A21D-48AB-A109-57992CA7BC72}" destId="{8D279736-1D5B-45C0-80FA-A3CA5CAB9031}" srcOrd="4" destOrd="0" presId="urn:microsoft.com/office/officeart/2018/2/layout/IconVerticalSolidList"/>
    <dgm:cxn modelId="{DB0C0ACA-BC76-466E-BC41-F8753E78DFCD}" type="presParOf" srcId="{8D279736-1D5B-45C0-80FA-A3CA5CAB9031}" destId="{1EE87EE8-A8C7-4392-84C0-18A2A0532E0F}" srcOrd="0" destOrd="0" presId="urn:microsoft.com/office/officeart/2018/2/layout/IconVerticalSolidList"/>
    <dgm:cxn modelId="{B4C2C44B-A3DC-4285-8E8C-9DB320E27A61}" type="presParOf" srcId="{8D279736-1D5B-45C0-80FA-A3CA5CAB9031}" destId="{FD2FA311-E780-400B-82F7-8D04B3A6EF1E}" srcOrd="1" destOrd="0" presId="urn:microsoft.com/office/officeart/2018/2/layout/IconVerticalSolidList"/>
    <dgm:cxn modelId="{5B52C089-D4EB-4E42-956F-F4DB54A058CA}" type="presParOf" srcId="{8D279736-1D5B-45C0-80FA-A3CA5CAB9031}" destId="{DC3B4F2B-C3AA-4C77-9D84-9ED4332E9E0C}" srcOrd="2" destOrd="0" presId="urn:microsoft.com/office/officeart/2018/2/layout/IconVerticalSolidList"/>
    <dgm:cxn modelId="{28F70B3A-E33A-4C18-B93F-1103445E6440}" type="presParOf" srcId="{8D279736-1D5B-45C0-80FA-A3CA5CAB9031}" destId="{2EB7EC1C-4D98-4C1E-B81F-68E36CAFDEAE}" srcOrd="3" destOrd="0" presId="urn:microsoft.com/office/officeart/2018/2/layout/IconVerticalSolidList"/>
    <dgm:cxn modelId="{A9E31FE0-0D6B-48A8-AC7C-F269EEEFEA7A}" type="presParOf" srcId="{8D279736-1D5B-45C0-80FA-A3CA5CAB9031}" destId="{8D8D7E3E-3643-4C46-B787-F4A961323708}" srcOrd="4" destOrd="0" presId="urn:microsoft.com/office/officeart/2018/2/layout/IconVerticalSolidList"/>
    <dgm:cxn modelId="{E15E93AD-6AF8-4680-80ED-105EC9DCDB34}" type="presParOf" srcId="{57142036-A21D-48AB-A109-57992CA7BC72}" destId="{2293E9F4-2E9A-4C30-B0AA-A82B9D32734B}" srcOrd="5" destOrd="0" presId="urn:microsoft.com/office/officeart/2018/2/layout/IconVerticalSolidList"/>
    <dgm:cxn modelId="{ABC7C360-7910-4885-8925-B9AFD531F31E}" type="presParOf" srcId="{57142036-A21D-48AB-A109-57992CA7BC72}" destId="{8007FDA6-5529-414A-B901-F3BD916288C5}" srcOrd="6" destOrd="0" presId="urn:microsoft.com/office/officeart/2018/2/layout/IconVerticalSolidList"/>
    <dgm:cxn modelId="{D3EDB62A-7BF2-44F6-8F5B-F16A38C9E93E}" type="presParOf" srcId="{8007FDA6-5529-414A-B901-F3BD916288C5}" destId="{5AC963C3-744F-4440-AB5B-4B8A4690A7F9}" srcOrd="0" destOrd="0" presId="urn:microsoft.com/office/officeart/2018/2/layout/IconVerticalSolidList"/>
    <dgm:cxn modelId="{11F29AFD-C784-44C7-BBF9-D4F449ECD392}" type="presParOf" srcId="{8007FDA6-5529-414A-B901-F3BD916288C5}" destId="{84563906-0F40-42B6-921A-4657E5ABA014}" srcOrd="1" destOrd="0" presId="urn:microsoft.com/office/officeart/2018/2/layout/IconVerticalSolidList"/>
    <dgm:cxn modelId="{34D9E14A-AF5E-4671-BA34-7C0C285A271C}" type="presParOf" srcId="{8007FDA6-5529-414A-B901-F3BD916288C5}" destId="{B3051498-BE9A-4C9E-B2F5-DCEFE0242850}" srcOrd="2" destOrd="0" presId="urn:microsoft.com/office/officeart/2018/2/layout/IconVerticalSolidList"/>
    <dgm:cxn modelId="{4427BFC7-EEAE-4A2F-956E-3419A37AA687}" type="presParOf" srcId="{8007FDA6-5529-414A-B901-F3BD916288C5}" destId="{857D2BA1-F8EC-4943-AAA0-E0638D59CD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527B8F-36B7-4841-9A60-00E34857F20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75856F-712D-4A57-9480-DF254DFD6994}">
      <dgm:prSet/>
      <dgm:spPr/>
      <dgm:t>
        <a:bodyPr/>
        <a:lstStyle/>
        <a:p>
          <a:r>
            <a:rPr lang="en-US" b="1"/>
            <a:t>Best Practices:</a:t>
          </a:r>
          <a:endParaRPr lang="en-US"/>
        </a:p>
      </dgm:t>
    </dgm:pt>
    <dgm:pt modelId="{A6683142-D016-4FA9-9C0C-9D156BF752CC}" type="parTrans" cxnId="{C9A24556-28C0-4951-B983-305869ECC9CF}">
      <dgm:prSet/>
      <dgm:spPr/>
      <dgm:t>
        <a:bodyPr/>
        <a:lstStyle/>
        <a:p>
          <a:endParaRPr lang="en-US"/>
        </a:p>
      </dgm:t>
    </dgm:pt>
    <dgm:pt modelId="{DA3748DE-0ACF-4B50-AE31-B3E85A3BC255}" type="sibTrans" cxnId="{C9A24556-28C0-4951-B983-305869ECC9CF}">
      <dgm:prSet/>
      <dgm:spPr/>
      <dgm:t>
        <a:bodyPr/>
        <a:lstStyle/>
        <a:p>
          <a:endParaRPr lang="en-US"/>
        </a:p>
      </dgm:t>
    </dgm:pt>
    <dgm:pt modelId="{C67F45C7-33F4-4EFA-8192-1BB7572B1931}">
      <dgm:prSet/>
      <dgm:spPr/>
      <dgm:t>
        <a:bodyPr/>
        <a:lstStyle/>
        <a:p>
          <a:r>
            <a:rPr lang="en-US"/>
            <a:t>Enforce </a:t>
          </a:r>
          <a:r>
            <a:rPr lang="en-US" b="1"/>
            <a:t>least privilege access</a:t>
          </a:r>
          <a:endParaRPr lang="en-US"/>
        </a:p>
      </dgm:t>
    </dgm:pt>
    <dgm:pt modelId="{8EADF6CA-F803-4486-8F9F-5782673F1ECF}" type="parTrans" cxnId="{C0EA6039-2DBA-49AC-A66B-752BF4E0AEFC}">
      <dgm:prSet/>
      <dgm:spPr/>
      <dgm:t>
        <a:bodyPr/>
        <a:lstStyle/>
        <a:p>
          <a:endParaRPr lang="en-US"/>
        </a:p>
      </dgm:t>
    </dgm:pt>
    <dgm:pt modelId="{C2C68650-825A-4C8D-8A9E-1E76B1EC2209}" type="sibTrans" cxnId="{C0EA6039-2DBA-49AC-A66B-752BF4E0AEFC}">
      <dgm:prSet/>
      <dgm:spPr/>
      <dgm:t>
        <a:bodyPr/>
        <a:lstStyle/>
        <a:p>
          <a:endParaRPr lang="en-US"/>
        </a:p>
      </dgm:t>
    </dgm:pt>
    <dgm:pt modelId="{C18EECBE-64D7-4052-B512-D2858320B8C8}">
      <dgm:prSet/>
      <dgm:spPr/>
      <dgm:t>
        <a:bodyPr/>
        <a:lstStyle/>
        <a:p>
          <a:r>
            <a:rPr lang="en-US"/>
            <a:t>Use </a:t>
          </a:r>
          <a:r>
            <a:rPr lang="en-US" b="1"/>
            <a:t>role-based access control (RBAC)</a:t>
          </a:r>
          <a:endParaRPr lang="en-US"/>
        </a:p>
      </dgm:t>
    </dgm:pt>
    <dgm:pt modelId="{ACDFC5F6-F4B2-45BB-BF39-F3FAD3B3B806}" type="parTrans" cxnId="{42353B13-0D3F-42C4-B0D9-33C34481F01E}">
      <dgm:prSet/>
      <dgm:spPr/>
      <dgm:t>
        <a:bodyPr/>
        <a:lstStyle/>
        <a:p>
          <a:endParaRPr lang="en-US"/>
        </a:p>
      </dgm:t>
    </dgm:pt>
    <dgm:pt modelId="{6B50F580-3702-4687-B9A5-684C0014705B}" type="sibTrans" cxnId="{42353B13-0D3F-42C4-B0D9-33C34481F01E}">
      <dgm:prSet/>
      <dgm:spPr/>
      <dgm:t>
        <a:bodyPr/>
        <a:lstStyle/>
        <a:p>
          <a:endParaRPr lang="en-US"/>
        </a:p>
      </dgm:t>
    </dgm:pt>
    <dgm:pt modelId="{D7E175C1-0851-418D-BF6B-69F7DEC3811E}">
      <dgm:prSet/>
      <dgm:spPr/>
      <dgm:t>
        <a:bodyPr/>
        <a:lstStyle/>
        <a:p>
          <a:r>
            <a:rPr lang="en-US"/>
            <a:t>Require </a:t>
          </a:r>
          <a:r>
            <a:rPr lang="en-US" b="1"/>
            <a:t>multi-factor authentication (MFA)</a:t>
          </a:r>
          <a:r>
            <a:rPr lang="en-US"/>
            <a:t> for all contributors</a:t>
          </a:r>
        </a:p>
      </dgm:t>
    </dgm:pt>
    <dgm:pt modelId="{AEC33501-6276-47DA-9BDC-3E8AC694D442}" type="parTrans" cxnId="{323F0BDB-D80F-4C28-BAE4-A3D4A58B7724}">
      <dgm:prSet/>
      <dgm:spPr/>
      <dgm:t>
        <a:bodyPr/>
        <a:lstStyle/>
        <a:p>
          <a:endParaRPr lang="en-US"/>
        </a:p>
      </dgm:t>
    </dgm:pt>
    <dgm:pt modelId="{E91A0830-4EAA-4073-B1AC-8BBD5E679CCD}" type="sibTrans" cxnId="{323F0BDB-D80F-4C28-BAE4-A3D4A58B7724}">
      <dgm:prSet/>
      <dgm:spPr/>
      <dgm:t>
        <a:bodyPr/>
        <a:lstStyle/>
        <a:p>
          <a:endParaRPr lang="en-US"/>
        </a:p>
      </dgm:t>
    </dgm:pt>
    <dgm:pt modelId="{B8F135F1-2461-4880-B2A0-7228AD076550}">
      <dgm:prSet/>
      <dgm:spPr/>
      <dgm:t>
        <a:bodyPr/>
        <a:lstStyle/>
        <a:p>
          <a:r>
            <a:rPr lang="en-US"/>
            <a:t>Limit admin access to a small group</a:t>
          </a:r>
        </a:p>
      </dgm:t>
    </dgm:pt>
    <dgm:pt modelId="{1FF7AF8F-3826-41E9-8F44-9669E6135F26}" type="parTrans" cxnId="{A2D89C13-C258-461E-9C66-7AEBE3B6F5FE}">
      <dgm:prSet/>
      <dgm:spPr/>
      <dgm:t>
        <a:bodyPr/>
        <a:lstStyle/>
        <a:p>
          <a:endParaRPr lang="en-US"/>
        </a:p>
      </dgm:t>
    </dgm:pt>
    <dgm:pt modelId="{8087915D-8FA4-48F9-B106-2BB7C59B0007}" type="sibTrans" cxnId="{A2D89C13-C258-461E-9C66-7AEBE3B6F5FE}">
      <dgm:prSet/>
      <dgm:spPr/>
      <dgm:t>
        <a:bodyPr/>
        <a:lstStyle/>
        <a:p>
          <a:endParaRPr lang="en-US"/>
        </a:p>
      </dgm:t>
    </dgm:pt>
    <dgm:pt modelId="{1806D09F-2155-4BFE-8FF3-280907C88A4C}">
      <dgm:prSet/>
      <dgm:spPr/>
      <dgm:t>
        <a:bodyPr/>
        <a:lstStyle/>
        <a:p>
          <a:r>
            <a:rPr lang="en-US" b="1"/>
            <a:t>Why it matters:</a:t>
          </a:r>
          <a:endParaRPr lang="en-US"/>
        </a:p>
      </dgm:t>
    </dgm:pt>
    <dgm:pt modelId="{6F6FFB51-A37C-4505-BDD4-7921A3BDDB39}" type="parTrans" cxnId="{876942CE-DB53-4CEB-94AB-0590C1A3DCB0}">
      <dgm:prSet/>
      <dgm:spPr/>
      <dgm:t>
        <a:bodyPr/>
        <a:lstStyle/>
        <a:p>
          <a:endParaRPr lang="en-US"/>
        </a:p>
      </dgm:t>
    </dgm:pt>
    <dgm:pt modelId="{060D701B-B02D-48C3-A813-01F5DCBBFCD0}" type="sibTrans" cxnId="{876942CE-DB53-4CEB-94AB-0590C1A3DCB0}">
      <dgm:prSet/>
      <dgm:spPr/>
      <dgm:t>
        <a:bodyPr/>
        <a:lstStyle/>
        <a:p>
          <a:endParaRPr lang="en-US"/>
        </a:p>
      </dgm:t>
    </dgm:pt>
    <dgm:pt modelId="{45D056DC-DFD1-4360-ACB4-9CF23AF28E14}">
      <dgm:prSet/>
      <dgm:spPr/>
      <dgm:t>
        <a:bodyPr/>
        <a:lstStyle/>
        <a:p>
          <a:r>
            <a:rPr lang="en-US"/>
            <a:t>Reduces risk of insider threats</a:t>
          </a:r>
        </a:p>
      </dgm:t>
    </dgm:pt>
    <dgm:pt modelId="{6D34B37F-8A43-476F-B9DF-A0170F25BFED}" type="parTrans" cxnId="{C1F808C1-32D6-417E-8871-BB16D48C141F}">
      <dgm:prSet/>
      <dgm:spPr/>
      <dgm:t>
        <a:bodyPr/>
        <a:lstStyle/>
        <a:p>
          <a:endParaRPr lang="en-US"/>
        </a:p>
      </dgm:t>
    </dgm:pt>
    <dgm:pt modelId="{A31FB6CA-992A-4B3E-BC23-E8A92AD9B3CB}" type="sibTrans" cxnId="{C1F808C1-32D6-417E-8871-BB16D48C141F}">
      <dgm:prSet/>
      <dgm:spPr/>
      <dgm:t>
        <a:bodyPr/>
        <a:lstStyle/>
        <a:p>
          <a:endParaRPr lang="en-US"/>
        </a:p>
      </dgm:t>
    </dgm:pt>
    <dgm:pt modelId="{DC0573CA-FC8B-4877-9460-CE1876130514}">
      <dgm:prSet/>
      <dgm:spPr/>
      <dgm:t>
        <a:bodyPr/>
        <a:lstStyle/>
        <a:p>
          <a:r>
            <a:rPr lang="en-US"/>
            <a:t>Prevents unauthorized commits or deletions</a:t>
          </a:r>
        </a:p>
      </dgm:t>
    </dgm:pt>
    <dgm:pt modelId="{004D04DF-5F11-4192-8D30-567315A6D759}" type="parTrans" cxnId="{E4851ADC-5246-438F-9268-06B8515BB70A}">
      <dgm:prSet/>
      <dgm:spPr/>
      <dgm:t>
        <a:bodyPr/>
        <a:lstStyle/>
        <a:p>
          <a:endParaRPr lang="en-US"/>
        </a:p>
      </dgm:t>
    </dgm:pt>
    <dgm:pt modelId="{D7B2BF82-1EEA-4DE6-9523-C6D5C5F4F711}" type="sibTrans" cxnId="{E4851ADC-5246-438F-9268-06B8515BB70A}">
      <dgm:prSet/>
      <dgm:spPr/>
      <dgm:t>
        <a:bodyPr/>
        <a:lstStyle/>
        <a:p>
          <a:endParaRPr lang="en-US"/>
        </a:p>
      </dgm:t>
    </dgm:pt>
    <dgm:pt modelId="{A29FEC66-2DBA-49D9-B462-A6009282AB2F}" type="pres">
      <dgm:prSet presAssocID="{59527B8F-36B7-4841-9A60-00E34857F20E}" presName="linear" presStyleCnt="0">
        <dgm:presLayoutVars>
          <dgm:dir/>
          <dgm:animLvl val="lvl"/>
          <dgm:resizeHandles val="exact"/>
        </dgm:presLayoutVars>
      </dgm:prSet>
      <dgm:spPr/>
    </dgm:pt>
    <dgm:pt modelId="{6D0ED7BC-6C8B-4E05-9360-246431685D04}" type="pres">
      <dgm:prSet presAssocID="{9D75856F-712D-4A57-9480-DF254DFD6994}" presName="parentLin" presStyleCnt="0"/>
      <dgm:spPr/>
    </dgm:pt>
    <dgm:pt modelId="{A86E5E30-A13A-448E-A28D-08D435C3518E}" type="pres">
      <dgm:prSet presAssocID="{9D75856F-712D-4A57-9480-DF254DFD6994}" presName="parentLeftMargin" presStyleLbl="node1" presStyleIdx="0" presStyleCnt="2"/>
      <dgm:spPr/>
    </dgm:pt>
    <dgm:pt modelId="{04AE43C9-9C9B-4AE6-9ECF-CC1664DAE997}" type="pres">
      <dgm:prSet presAssocID="{9D75856F-712D-4A57-9480-DF254DFD699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312D5D1-CB2C-426D-9673-F268A57B74E4}" type="pres">
      <dgm:prSet presAssocID="{9D75856F-712D-4A57-9480-DF254DFD6994}" presName="negativeSpace" presStyleCnt="0"/>
      <dgm:spPr/>
    </dgm:pt>
    <dgm:pt modelId="{5A340A89-6500-4B75-859E-7A901572B26A}" type="pres">
      <dgm:prSet presAssocID="{9D75856F-712D-4A57-9480-DF254DFD6994}" presName="childText" presStyleLbl="conFgAcc1" presStyleIdx="0" presStyleCnt="2">
        <dgm:presLayoutVars>
          <dgm:bulletEnabled val="1"/>
        </dgm:presLayoutVars>
      </dgm:prSet>
      <dgm:spPr/>
    </dgm:pt>
    <dgm:pt modelId="{AC563439-E669-4336-BBA1-9A2D1D1D3537}" type="pres">
      <dgm:prSet presAssocID="{DA3748DE-0ACF-4B50-AE31-B3E85A3BC255}" presName="spaceBetweenRectangles" presStyleCnt="0"/>
      <dgm:spPr/>
    </dgm:pt>
    <dgm:pt modelId="{F96FC1AB-3DD3-4FDD-98E9-1CD0BE6E9490}" type="pres">
      <dgm:prSet presAssocID="{1806D09F-2155-4BFE-8FF3-280907C88A4C}" presName="parentLin" presStyleCnt="0"/>
      <dgm:spPr/>
    </dgm:pt>
    <dgm:pt modelId="{50D09521-C6EF-4C45-B4F8-3C17224E7AAA}" type="pres">
      <dgm:prSet presAssocID="{1806D09F-2155-4BFE-8FF3-280907C88A4C}" presName="parentLeftMargin" presStyleLbl="node1" presStyleIdx="0" presStyleCnt="2"/>
      <dgm:spPr/>
    </dgm:pt>
    <dgm:pt modelId="{4CA89E8E-DC6A-4ABF-9862-FC7E030107DA}" type="pres">
      <dgm:prSet presAssocID="{1806D09F-2155-4BFE-8FF3-280907C88A4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7DE1B30-7DAB-4287-949A-909F85829197}" type="pres">
      <dgm:prSet presAssocID="{1806D09F-2155-4BFE-8FF3-280907C88A4C}" presName="negativeSpace" presStyleCnt="0"/>
      <dgm:spPr/>
    </dgm:pt>
    <dgm:pt modelId="{DFBFE957-53C3-47DD-BD65-5E31A11747E8}" type="pres">
      <dgm:prSet presAssocID="{1806D09F-2155-4BFE-8FF3-280907C88A4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2353B13-0D3F-42C4-B0D9-33C34481F01E}" srcId="{9D75856F-712D-4A57-9480-DF254DFD6994}" destId="{C18EECBE-64D7-4052-B512-D2858320B8C8}" srcOrd="1" destOrd="0" parTransId="{ACDFC5F6-F4B2-45BB-BF39-F3FAD3B3B806}" sibTransId="{6B50F580-3702-4687-B9A5-684C0014705B}"/>
    <dgm:cxn modelId="{A2D89C13-C258-461E-9C66-7AEBE3B6F5FE}" srcId="{9D75856F-712D-4A57-9480-DF254DFD6994}" destId="{B8F135F1-2461-4880-B2A0-7228AD076550}" srcOrd="3" destOrd="0" parTransId="{1FF7AF8F-3826-41E9-8F44-9669E6135F26}" sibTransId="{8087915D-8FA4-48F9-B106-2BB7C59B0007}"/>
    <dgm:cxn modelId="{C0EA6039-2DBA-49AC-A66B-752BF4E0AEFC}" srcId="{9D75856F-712D-4A57-9480-DF254DFD6994}" destId="{C67F45C7-33F4-4EFA-8192-1BB7572B1931}" srcOrd="0" destOrd="0" parTransId="{8EADF6CA-F803-4486-8F9F-5782673F1ECF}" sibTransId="{C2C68650-825A-4C8D-8A9E-1E76B1EC2209}"/>
    <dgm:cxn modelId="{912C1C41-EC98-4E04-9E23-4941941034A4}" type="presOf" srcId="{45D056DC-DFD1-4360-ACB4-9CF23AF28E14}" destId="{DFBFE957-53C3-47DD-BD65-5E31A11747E8}" srcOrd="0" destOrd="0" presId="urn:microsoft.com/office/officeart/2005/8/layout/list1"/>
    <dgm:cxn modelId="{AB47F665-D169-4FDE-A743-BC1AF25140CC}" type="presOf" srcId="{1806D09F-2155-4BFE-8FF3-280907C88A4C}" destId="{50D09521-C6EF-4C45-B4F8-3C17224E7AAA}" srcOrd="0" destOrd="0" presId="urn:microsoft.com/office/officeart/2005/8/layout/list1"/>
    <dgm:cxn modelId="{8E8AB56C-E1B7-49B3-BADC-66D3A0F993B6}" type="presOf" srcId="{DC0573CA-FC8B-4877-9460-CE1876130514}" destId="{DFBFE957-53C3-47DD-BD65-5E31A11747E8}" srcOrd="0" destOrd="1" presId="urn:microsoft.com/office/officeart/2005/8/layout/list1"/>
    <dgm:cxn modelId="{464A1F6F-6995-4A32-B641-CE1F4878A7B6}" type="presOf" srcId="{59527B8F-36B7-4841-9A60-00E34857F20E}" destId="{A29FEC66-2DBA-49D9-B462-A6009282AB2F}" srcOrd="0" destOrd="0" presId="urn:microsoft.com/office/officeart/2005/8/layout/list1"/>
    <dgm:cxn modelId="{C9A24556-28C0-4951-B983-305869ECC9CF}" srcId="{59527B8F-36B7-4841-9A60-00E34857F20E}" destId="{9D75856F-712D-4A57-9480-DF254DFD6994}" srcOrd="0" destOrd="0" parTransId="{A6683142-D016-4FA9-9C0C-9D156BF752CC}" sibTransId="{DA3748DE-0ACF-4B50-AE31-B3E85A3BC255}"/>
    <dgm:cxn modelId="{10458B78-A85B-4ABB-85B4-BC2827E1FDF8}" type="presOf" srcId="{D7E175C1-0851-418D-BF6B-69F7DEC3811E}" destId="{5A340A89-6500-4B75-859E-7A901572B26A}" srcOrd="0" destOrd="2" presId="urn:microsoft.com/office/officeart/2005/8/layout/list1"/>
    <dgm:cxn modelId="{4E75B989-3711-46D8-9198-B4A2A19B3BAA}" type="presOf" srcId="{C67F45C7-33F4-4EFA-8192-1BB7572B1931}" destId="{5A340A89-6500-4B75-859E-7A901572B26A}" srcOrd="0" destOrd="0" presId="urn:microsoft.com/office/officeart/2005/8/layout/list1"/>
    <dgm:cxn modelId="{E3FAEB92-D2FB-4E28-99C2-FD1BCA3CB6A2}" type="presOf" srcId="{9D75856F-712D-4A57-9480-DF254DFD6994}" destId="{A86E5E30-A13A-448E-A28D-08D435C3518E}" srcOrd="0" destOrd="0" presId="urn:microsoft.com/office/officeart/2005/8/layout/list1"/>
    <dgm:cxn modelId="{F61F729E-B4CD-4E44-9869-27E81B573653}" type="presOf" srcId="{9D75856F-712D-4A57-9480-DF254DFD6994}" destId="{04AE43C9-9C9B-4AE6-9ECF-CC1664DAE997}" srcOrd="1" destOrd="0" presId="urn:microsoft.com/office/officeart/2005/8/layout/list1"/>
    <dgm:cxn modelId="{EDEF40AD-B94D-41D8-BA4D-A2EBBCAAEF45}" type="presOf" srcId="{1806D09F-2155-4BFE-8FF3-280907C88A4C}" destId="{4CA89E8E-DC6A-4ABF-9862-FC7E030107DA}" srcOrd="1" destOrd="0" presId="urn:microsoft.com/office/officeart/2005/8/layout/list1"/>
    <dgm:cxn modelId="{C1F808C1-32D6-417E-8871-BB16D48C141F}" srcId="{1806D09F-2155-4BFE-8FF3-280907C88A4C}" destId="{45D056DC-DFD1-4360-ACB4-9CF23AF28E14}" srcOrd="0" destOrd="0" parTransId="{6D34B37F-8A43-476F-B9DF-A0170F25BFED}" sibTransId="{A31FB6CA-992A-4B3E-BC23-E8A92AD9B3CB}"/>
    <dgm:cxn modelId="{876942CE-DB53-4CEB-94AB-0590C1A3DCB0}" srcId="{59527B8F-36B7-4841-9A60-00E34857F20E}" destId="{1806D09F-2155-4BFE-8FF3-280907C88A4C}" srcOrd="1" destOrd="0" parTransId="{6F6FFB51-A37C-4505-BDD4-7921A3BDDB39}" sibTransId="{060D701B-B02D-48C3-A813-01F5DCBBFCD0}"/>
    <dgm:cxn modelId="{8AF56DD5-5D4B-44C6-A870-3E27C589CB43}" type="presOf" srcId="{C18EECBE-64D7-4052-B512-D2858320B8C8}" destId="{5A340A89-6500-4B75-859E-7A901572B26A}" srcOrd="0" destOrd="1" presId="urn:microsoft.com/office/officeart/2005/8/layout/list1"/>
    <dgm:cxn modelId="{323F0BDB-D80F-4C28-BAE4-A3D4A58B7724}" srcId="{9D75856F-712D-4A57-9480-DF254DFD6994}" destId="{D7E175C1-0851-418D-BF6B-69F7DEC3811E}" srcOrd="2" destOrd="0" parTransId="{AEC33501-6276-47DA-9BDC-3E8AC694D442}" sibTransId="{E91A0830-4EAA-4073-B1AC-8BBD5E679CCD}"/>
    <dgm:cxn modelId="{E4851ADC-5246-438F-9268-06B8515BB70A}" srcId="{1806D09F-2155-4BFE-8FF3-280907C88A4C}" destId="{DC0573CA-FC8B-4877-9460-CE1876130514}" srcOrd="1" destOrd="0" parTransId="{004D04DF-5F11-4192-8D30-567315A6D759}" sibTransId="{D7B2BF82-1EEA-4DE6-9523-C6D5C5F4F711}"/>
    <dgm:cxn modelId="{3BF300FC-DD68-45BA-A880-B510BF29FCEA}" type="presOf" srcId="{B8F135F1-2461-4880-B2A0-7228AD076550}" destId="{5A340A89-6500-4B75-859E-7A901572B26A}" srcOrd="0" destOrd="3" presId="urn:microsoft.com/office/officeart/2005/8/layout/list1"/>
    <dgm:cxn modelId="{9391933B-58EA-4A51-B50E-C71A9B250E47}" type="presParOf" srcId="{A29FEC66-2DBA-49D9-B462-A6009282AB2F}" destId="{6D0ED7BC-6C8B-4E05-9360-246431685D04}" srcOrd="0" destOrd="0" presId="urn:microsoft.com/office/officeart/2005/8/layout/list1"/>
    <dgm:cxn modelId="{8888A0B7-9A79-4FEC-BD81-7F0058E6B24C}" type="presParOf" srcId="{6D0ED7BC-6C8B-4E05-9360-246431685D04}" destId="{A86E5E30-A13A-448E-A28D-08D435C3518E}" srcOrd="0" destOrd="0" presId="urn:microsoft.com/office/officeart/2005/8/layout/list1"/>
    <dgm:cxn modelId="{699B740C-2D65-413B-A3AA-0502FCE4F842}" type="presParOf" srcId="{6D0ED7BC-6C8B-4E05-9360-246431685D04}" destId="{04AE43C9-9C9B-4AE6-9ECF-CC1664DAE997}" srcOrd="1" destOrd="0" presId="urn:microsoft.com/office/officeart/2005/8/layout/list1"/>
    <dgm:cxn modelId="{056EB33A-841D-4AF4-97B8-55CDA65C6625}" type="presParOf" srcId="{A29FEC66-2DBA-49D9-B462-A6009282AB2F}" destId="{1312D5D1-CB2C-426D-9673-F268A57B74E4}" srcOrd="1" destOrd="0" presId="urn:microsoft.com/office/officeart/2005/8/layout/list1"/>
    <dgm:cxn modelId="{D07101D5-76FA-4990-A112-CA25FB25E0C0}" type="presParOf" srcId="{A29FEC66-2DBA-49D9-B462-A6009282AB2F}" destId="{5A340A89-6500-4B75-859E-7A901572B26A}" srcOrd="2" destOrd="0" presId="urn:microsoft.com/office/officeart/2005/8/layout/list1"/>
    <dgm:cxn modelId="{21CBDEE5-C25F-4485-ACC8-A46E232B6805}" type="presParOf" srcId="{A29FEC66-2DBA-49D9-B462-A6009282AB2F}" destId="{AC563439-E669-4336-BBA1-9A2D1D1D3537}" srcOrd="3" destOrd="0" presId="urn:microsoft.com/office/officeart/2005/8/layout/list1"/>
    <dgm:cxn modelId="{46FA7B4C-D7CA-4FE5-9447-EA2305A1576A}" type="presParOf" srcId="{A29FEC66-2DBA-49D9-B462-A6009282AB2F}" destId="{F96FC1AB-3DD3-4FDD-98E9-1CD0BE6E9490}" srcOrd="4" destOrd="0" presId="urn:microsoft.com/office/officeart/2005/8/layout/list1"/>
    <dgm:cxn modelId="{E2C48F68-E8AB-4E20-916B-5F19A2DF2206}" type="presParOf" srcId="{F96FC1AB-3DD3-4FDD-98E9-1CD0BE6E9490}" destId="{50D09521-C6EF-4C45-B4F8-3C17224E7AAA}" srcOrd="0" destOrd="0" presId="urn:microsoft.com/office/officeart/2005/8/layout/list1"/>
    <dgm:cxn modelId="{A0F74694-656A-4F8A-8F1E-0B095F290EED}" type="presParOf" srcId="{F96FC1AB-3DD3-4FDD-98E9-1CD0BE6E9490}" destId="{4CA89E8E-DC6A-4ABF-9862-FC7E030107DA}" srcOrd="1" destOrd="0" presId="urn:microsoft.com/office/officeart/2005/8/layout/list1"/>
    <dgm:cxn modelId="{39EF8839-977E-4477-B253-1DCEBB4783E7}" type="presParOf" srcId="{A29FEC66-2DBA-49D9-B462-A6009282AB2F}" destId="{C7DE1B30-7DAB-4287-949A-909F85829197}" srcOrd="5" destOrd="0" presId="urn:microsoft.com/office/officeart/2005/8/layout/list1"/>
    <dgm:cxn modelId="{BF3AF5A4-6622-44DB-9077-43FBEF20E917}" type="presParOf" srcId="{A29FEC66-2DBA-49D9-B462-A6009282AB2F}" destId="{DFBFE957-53C3-47DD-BD65-5E31A11747E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D2BD11-0CFA-4E7C-8B03-8DFFEE08070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533753-C206-44B3-AA29-708A0523A0B3}">
      <dgm:prSet/>
      <dgm:spPr/>
      <dgm:t>
        <a:bodyPr/>
        <a:lstStyle/>
        <a:p>
          <a:r>
            <a:rPr lang="en-US"/>
            <a:t>Protect main/master branches</a:t>
          </a:r>
        </a:p>
      </dgm:t>
    </dgm:pt>
    <dgm:pt modelId="{492432C4-8940-4D75-B9F9-0E6149670A35}" type="parTrans" cxnId="{F364BA4B-57B2-4036-9362-BCC9D5E9DB81}">
      <dgm:prSet/>
      <dgm:spPr/>
      <dgm:t>
        <a:bodyPr/>
        <a:lstStyle/>
        <a:p>
          <a:endParaRPr lang="en-US"/>
        </a:p>
      </dgm:t>
    </dgm:pt>
    <dgm:pt modelId="{8AB839CE-3450-4BEC-8727-24084B7E9692}" type="sibTrans" cxnId="{F364BA4B-57B2-4036-9362-BCC9D5E9DB81}">
      <dgm:prSet/>
      <dgm:spPr/>
      <dgm:t>
        <a:bodyPr/>
        <a:lstStyle/>
        <a:p>
          <a:endParaRPr lang="en-US"/>
        </a:p>
      </dgm:t>
    </dgm:pt>
    <dgm:pt modelId="{26CCF5F0-F6F5-4D0F-BB84-796ECF26BD7E}">
      <dgm:prSet/>
      <dgm:spPr/>
      <dgm:t>
        <a:bodyPr/>
        <a:lstStyle/>
        <a:p>
          <a:r>
            <a:rPr lang="en-US"/>
            <a:t>Require pull requests for all changes</a:t>
          </a:r>
        </a:p>
      </dgm:t>
    </dgm:pt>
    <dgm:pt modelId="{6CB126D2-E191-4648-85F1-42BACBAFAA1E}" type="parTrans" cxnId="{BEFB7426-5BAC-4050-95AB-E95B92701D71}">
      <dgm:prSet/>
      <dgm:spPr/>
      <dgm:t>
        <a:bodyPr/>
        <a:lstStyle/>
        <a:p>
          <a:endParaRPr lang="en-US"/>
        </a:p>
      </dgm:t>
    </dgm:pt>
    <dgm:pt modelId="{CAA7713B-26E8-4CA8-8625-9572BE02C40A}" type="sibTrans" cxnId="{BEFB7426-5BAC-4050-95AB-E95B92701D71}">
      <dgm:prSet/>
      <dgm:spPr/>
      <dgm:t>
        <a:bodyPr/>
        <a:lstStyle/>
        <a:p>
          <a:endParaRPr lang="en-US"/>
        </a:p>
      </dgm:t>
    </dgm:pt>
    <dgm:pt modelId="{C0804DD1-2B65-457C-AA18-987CCD653FE8}">
      <dgm:prSet/>
      <dgm:spPr/>
      <dgm:t>
        <a:bodyPr/>
        <a:lstStyle/>
        <a:p>
          <a:r>
            <a:rPr lang="en-US"/>
            <a:t>Enforce:</a:t>
          </a:r>
        </a:p>
      </dgm:t>
    </dgm:pt>
    <dgm:pt modelId="{883F949E-1304-40AF-9737-816D9B313E33}" type="parTrans" cxnId="{5C902EAC-BE3C-4EF3-AE0D-BA33576C861C}">
      <dgm:prSet/>
      <dgm:spPr/>
      <dgm:t>
        <a:bodyPr/>
        <a:lstStyle/>
        <a:p>
          <a:endParaRPr lang="en-US"/>
        </a:p>
      </dgm:t>
    </dgm:pt>
    <dgm:pt modelId="{C450068E-6002-49C1-BF2D-066F110A66FB}" type="sibTrans" cxnId="{5C902EAC-BE3C-4EF3-AE0D-BA33576C861C}">
      <dgm:prSet/>
      <dgm:spPr/>
      <dgm:t>
        <a:bodyPr/>
        <a:lstStyle/>
        <a:p>
          <a:endParaRPr lang="en-US"/>
        </a:p>
      </dgm:t>
    </dgm:pt>
    <dgm:pt modelId="{5F0A014C-8CEB-4B4E-BE7A-C999966F1488}">
      <dgm:prSet/>
      <dgm:spPr/>
      <dgm:t>
        <a:bodyPr/>
        <a:lstStyle/>
        <a:p>
          <a:r>
            <a:rPr lang="en-US"/>
            <a:t>Required reviewers</a:t>
          </a:r>
        </a:p>
      </dgm:t>
    </dgm:pt>
    <dgm:pt modelId="{7A57C983-9E9B-4CFA-A10C-CBFBD51C77C0}" type="parTrans" cxnId="{3AC695B9-4FC5-4F51-9A63-83BDBCE373C6}">
      <dgm:prSet/>
      <dgm:spPr/>
      <dgm:t>
        <a:bodyPr/>
        <a:lstStyle/>
        <a:p>
          <a:endParaRPr lang="en-US"/>
        </a:p>
      </dgm:t>
    </dgm:pt>
    <dgm:pt modelId="{2FBA2FD8-1A99-4B9B-A9CD-7DA686C088C4}" type="sibTrans" cxnId="{3AC695B9-4FC5-4F51-9A63-83BDBCE373C6}">
      <dgm:prSet/>
      <dgm:spPr/>
      <dgm:t>
        <a:bodyPr/>
        <a:lstStyle/>
        <a:p>
          <a:endParaRPr lang="en-US"/>
        </a:p>
      </dgm:t>
    </dgm:pt>
    <dgm:pt modelId="{3E15737B-367D-4F67-AAB4-C9B33B7D9C16}">
      <dgm:prSet/>
      <dgm:spPr/>
      <dgm:t>
        <a:bodyPr/>
        <a:lstStyle/>
        <a:p>
          <a:r>
            <a:rPr lang="en-US"/>
            <a:t>Status checks (CI must pass)</a:t>
          </a:r>
        </a:p>
      </dgm:t>
    </dgm:pt>
    <dgm:pt modelId="{8F1AE502-14E4-407A-87DF-7AD0D159E24C}" type="parTrans" cxnId="{6259B11E-5BBC-408A-80B1-3493E3B22D7C}">
      <dgm:prSet/>
      <dgm:spPr/>
      <dgm:t>
        <a:bodyPr/>
        <a:lstStyle/>
        <a:p>
          <a:endParaRPr lang="en-US"/>
        </a:p>
      </dgm:t>
    </dgm:pt>
    <dgm:pt modelId="{7BFAF42D-3475-495B-AE6A-F16739CDCE90}" type="sibTrans" cxnId="{6259B11E-5BBC-408A-80B1-3493E3B22D7C}">
      <dgm:prSet/>
      <dgm:spPr/>
      <dgm:t>
        <a:bodyPr/>
        <a:lstStyle/>
        <a:p>
          <a:endParaRPr lang="en-US"/>
        </a:p>
      </dgm:t>
    </dgm:pt>
    <dgm:pt modelId="{444C984B-D23B-4868-8593-E2F4C8D075FC}">
      <dgm:prSet/>
      <dgm:spPr/>
      <dgm:t>
        <a:bodyPr/>
        <a:lstStyle/>
        <a:p>
          <a:r>
            <a:rPr lang="en-US"/>
            <a:t>No direct pushes to main</a:t>
          </a:r>
        </a:p>
      </dgm:t>
    </dgm:pt>
    <dgm:pt modelId="{02A1F5B7-F846-4435-82A0-8CAB6E96D744}" type="parTrans" cxnId="{9FFB4FEF-23D8-40FD-8E4E-589543D2FCF6}">
      <dgm:prSet/>
      <dgm:spPr/>
      <dgm:t>
        <a:bodyPr/>
        <a:lstStyle/>
        <a:p>
          <a:endParaRPr lang="en-US"/>
        </a:p>
      </dgm:t>
    </dgm:pt>
    <dgm:pt modelId="{FAF5F98F-8A89-4991-8045-B424C31F5B58}" type="sibTrans" cxnId="{9FFB4FEF-23D8-40FD-8E4E-589543D2FCF6}">
      <dgm:prSet/>
      <dgm:spPr/>
      <dgm:t>
        <a:bodyPr/>
        <a:lstStyle/>
        <a:p>
          <a:endParaRPr lang="en-US"/>
        </a:p>
      </dgm:t>
    </dgm:pt>
    <dgm:pt modelId="{076313C6-1402-4DD4-B492-1F1D1383B332}">
      <dgm:prSet/>
      <dgm:spPr/>
      <dgm:t>
        <a:bodyPr/>
        <a:lstStyle/>
        <a:p>
          <a:r>
            <a:rPr lang="en-US"/>
            <a:t>Prevents unreviewed or malicious code from entering production</a:t>
          </a:r>
        </a:p>
      </dgm:t>
    </dgm:pt>
    <dgm:pt modelId="{9C2116FE-FEB4-4F01-ACBC-25BAF9D680FB}" type="parTrans" cxnId="{958B5114-42DE-4181-A154-5D6D8B9C4886}">
      <dgm:prSet/>
      <dgm:spPr/>
      <dgm:t>
        <a:bodyPr/>
        <a:lstStyle/>
        <a:p>
          <a:endParaRPr lang="en-US"/>
        </a:p>
      </dgm:t>
    </dgm:pt>
    <dgm:pt modelId="{FF435539-1F3E-49F5-B891-135409FF5B79}" type="sibTrans" cxnId="{958B5114-42DE-4181-A154-5D6D8B9C4886}">
      <dgm:prSet/>
      <dgm:spPr/>
      <dgm:t>
        <a:bodyPr/>
        <a:lstStyle/>
        <a:p>
          <a:endParaRPr lang="en-US"/>
        </a:p>
      </dgm:t>
    </dgm:pt>
    <dgm:pt modelId="{E392255C-C38D-46EF-B979-525AB0117533}">
      <dgm:prSet/>
      <dgm:spPr/>
      <dgm:t>
        <a:bodyPr/>
        <a:lstStyle/>
        <a:p>
          <a:r>
            <a:rPr lang="en-US"/>
            <a:t>Encourages collaboration and shared accountability</a:t>
          </a:r>
        </a:p>
      </dgm:t>
    </dgm:pt>
    <dgm:pt modelId="{37577099-EBDA-46B1-A0F2-FF51523B754F}" type="parTrans" cxnId="{F67B8FB6-D5A8-4E63-8D00-94BF5593E2A7}">
      <dgm:prSet/>
      <dgm:spPr/>
      <dgm:t>
        <a:bodyPr/>
        <a:lstStyle/>
        <a:p>
          <a:endParaRPr lang="en-US"/>
        </a:p>
      </dgm:t>
    </dgm:pt>
    <dgm:pt modelId="{45D98B9C-7FD6-4278-A033-F1CF019D656D}" type="sibTrans" cxnId="{F67B8FB6-D5A8-4E63-8D00-94BF5593E2A7}">
      <dgm:prSet/>
      <dgm:spPr/>
      <dgm:t>
        <a:bodyPr/>
        <a:lstStyle/>
        <a:p>
          <a:endParaRPr lang="en-US"/>
        </a:p>
      </dgm:t>
    </dgm:pt>
    <dgm:pt modelId="{1F749A10-D4FA-41BE-9DAD-D8F9A44C047B}">
      <dgm:prSet/>
      <dgm:spPr/>
      <dgm:t>
        <a:bodyPr/>
        <a:lstStyle/>
        <a:p>
          <a:r>
            <a:rPr lang="en-US" b="1"/>
            <a:t>Benefits:</a:t>
          </a:r>
          <a:endParaRPr lang="en-US"/>
        </a:p>
      </dgm:t>
    </dgm:pt>
    <dgm:pt modelId="{A825C04E-2B86-4FB6-8B32-8B314B073EA1}" type="sibTrans" cxnId="{88879D9C-8F5E-40C3-A7C9-A01795F8E650}">
      <dgm:prSet/>
      <dgm:spPr/>
      <dgm:t>
        <a:bodyPr/>
        <a:lstStyle/>
        <a:p>
          <a:endParaRPr lang="en-US"/>
        </a:p>
      </dgm:t>
    </dgm:pt>
    <dgm:pt modelId="{4432F8BD-9183-4DBB-B7C5-F7CD5F8A1D7F}" type="parTrans" cxnId="{88879D9C-8F5E-40C3-A7C9-A01795F8E650}">
      <dgm:prSet/>
      <dgm:spPr/>
      <dgm:t>
        <a:bodyPr/>
        <a:lstStyle/>
        <a:p>
          <a:endParaRPr lang="en-US"/>
        </a:p>
      </dgm:t>
    </dgm:pt>
    <dgm:pt modelId="{9956B08B-98CF-4C8E-8914-52079A883CFC}">
      <dgm:prSet/>
      <dgm:spPr/>
      <dgm:t>
        <a:bodyPr/>
        <a:lstStyle/>
        <a:p>
          <a:r>
            <a:rPr lang="en-US" b="1"/>
            <a:t>Controls to implement:</a:t>
          </a:r>
          <a:endParaRPr lang="en-US"/>
        </a:p>
      </dgm:t>
    </dgm:pt>
    <dgm:pt modelId="{BD2FC4C5-1902-4C8A-A7E9-0A0E5CEA91D1}" type="sibTrans" cxnId="{9C3C6A88-4430-48F5-AE37-ADEBA23282C9}">
      <dgm:prSet/>
      <dgm:spPr/>
      <dgm:t>
        <a:bodyPr/>
        <a:lstStyle/>
        <a:p>
          <a:endParaRPr lang="en-US"/>
        </a:p>
      </dgm:t>
    </dgm:pt>
    <dgm:pt modelId="{D07A2B24-9AA0-4E27-B1C3-D684DA660C75}" type="parTrans" cxnId="{9C3C6A88-4430-48F5-AE37-ADEBA23282C9}">
      <dgm:prSet/>
      <dgm:spPr/>
      <dgm:t>
        <a:bodyPr/>
        <a:lstStyle/>
        <a:p>
          <a:endParaRPr lang="en-US"/>
        </a:p>
      </dgm:t>
    </dgm:pt>
    <dgm:pt modelId="{A283FBF8-3FD6-4060-A43C-05983574CFF7}" type="pres">
      <dgm:prSet presAssocID="{91D2BD11-0CFA-4E7C-8B03-8DFFEE080704}" presName="Name0" presStyleCnt="0">
        <dgm:presLayoutVars>
          <dgm:dir/>
          <dgm:resizeHandles val="exact"/>
        </dgm:presLayoutVars>
      </dgm:prSet>
      <dgm:spPr/>
    </dgm:pt>
    <dgm:pt modelId="{B9960FC7-09B0-4545-97B2-B2987F3D8438}" type="pres">
      <dgm:prSet presAssocID="{9956B08B-98CF-4C8E-8914-52079A883CFC}" presName="node" presStyleLbl="node1" presStyleIdx="0" presStyleCnt="7">
        <dgm:presLayoutVars>
          <dgm:bulletEnabled val="1"/>
        </dgm:presLayoutVars>
      </dgm:prSet>
      <dgm:spPr/>
    </dgm:pt>
    <dgm:pt modelId="{4653CD0C-F677-4D8B-918A-BFA7D0CC41AB}" type="pres">
      <dgm:prSet presAssocID="{BD2FC4C5-1902-4C8A-A7E9-0A0E5CEA91D1}" presName="sibTrans" presStyleLbl="sibTrans1D1" presStyleIdx="0" presStyleCnt="6"/>
      <dgm:spPr/>
    </dgm:pt>
    <dgm:pt modelId="{FCDD9E40-761B-4E19-AE39-C87F48E2FAB7}" type="pres">
      <dgm:prSet presAssocID="{BD2FC4C5-1902-4C8A-A7E9-0A0E5CEA91D1}" presName="connectorText" presStyleLbl="sibTrans1D1" presStyleIdx="0" presStyleCnt="6"/>
      <dgm:spPr/>
    </dgm:pt>
    <dgm:pt modelId="{078FCCE8-D73A-4BE2-A897-0D71EB50DE57}" type="pres">
      <dgm:prSet presAssocID="{D5533753-C206-44B3-AA29-708A0523A0B3}" presName="node" presStyleLbl="node1" presStyleIdx="1" presStyleCnt="7">
        <dgm:presLayoutVars>
          <dgm:bulletEnabled val="1"/>
        </dgm:presLayoutVars>
      </dgm:prSet>
      <dgm:spPr/>
    </dgm:pt>
    <dgm:pt modelId="{C9972047-6E0A-4EE7-B0A3-1F9544D1A227}" type="pres">
      <dgm:prSet presAssocID="{8AB839CE-3450-4BEC-8727-24084B7E9692}" presName="sibTrans" presStyleLbl="sibTrans1D1" presStyleIdx="1" presStyleCnt="6"/>
      <dgm:spPr/>
    </dgm:pt>
    <dgm:pt modelId="{2921A714-65AC-4C19-A350-4C22A59A1DDA}" type="pres">
      <dgm:prSet presAssocID="{8AB839CE-3450-4BEC-8727-24084B7E9692}" presName="connectorText" presStyleLbl="sibTrans1D1" presStyleIdx="1" presStyleCnt="6"/>
      <dgm:spPr/>
    </dgm:pt>
    <dgm:pt modelId="{4F7AD16A-1CA0-4719-BB1B-F261018BFDC7}" type="pres">
      <dgm:prSet presAssocID="{26CCF5F0-F6F5-4D0F-BB84-796ECF26BD7E}" presName="node" presStyleLbl="node1" presStyleIdx="2" presStyleCnt="7">
        <dgm:presLayoutVars>
          <dgm:bulletEnabled val="1"/>
        </dgm:presLayoutVars>
      </dgm:prSet>
      <dgm:spPr/>
    </dgm:pt>
    <dgm:pt modelId="{C23514FA-1AA9-40F0-A5E9-0E59528113DF}" type="pres">
      <dgm:prSet presAssocID="{CAA7713B-26E8-4CA8-8625-9572BE02C40A}" presName="sibTrans" presStyleLbl="sibTrans1D1" presStyleIdx="2" presStyleCnt="6"/>
      <dgm:spPr/>
    </dgm:pt>
    <dgm:pt modelId="{F0E1181D-E84B-4EE6-B110-800B1F712735}" type="pres">
      <dgm:prSet presAssocID="{CAA7713B-26E8-4CA8-8625-9572BE02C40A}" presName="connectorText" presStyleLbl="sibTrans1D1" presStyleIdx="2" presStyleCnt="6"/>
      <dgm:spPr/>
    </dgm:pt>
    <dgm:pt modelId="{1813C269-C953-42AC-BF72-26017F2F2593}" type="pres">
      <dgm:prSet presAssocID="{C0804DD1-2B65-457C-AA18-987CCD653FE8}" presName="node" presStyleLbl="node1" presStyleIdx="3" presStyleCnt="7">
        <dgm:presLayoutVars>
          <dgm:bulletEnabled val="1"/>
        </dgm:presLayoutVars>
      </dgm:prSet>
      <dgm:spPr/>
    </dgm:pt>
    <dgm:pt modelId="{2C772EAD-5C21-4D3E-9E0C-7470FB30163D}" type="pres">
      <dgm:prSet presAssocID="{C450068E-6002-49C1-BF2D-066F110A66FB}" presName="sibTrans" presStyleLbl="sibTrans1D1" presStyleIdx="3" presStyleCnt="6"/>
      <dgm:spPr/>
    </dgm:pt>
    <dgm:pt modelId="{E8FEF6EA-6F67-47C8-9472-7BC5040472F2}" type="pres">
      <dgm:prSet presAssocID="{C450068E-6002-49C1-BF2D-066F110A66FB}" presName="connectorText" presStyleLbl="sibTrans1D1" presStyleIdx="3" presStyleCnt="6"/>
      <dgm:spPr/>
    </dgm:pt>
    <dgm:pt modelId="{4438570B-D119-46E1-BC18-ACB62F8ABE48}" type="pres">
      <dgm:prSet presAssocID="{1F749A10-D4FA-41BE-9DAD-D8F9A44C047B}" presName="node" presStyleLbl="node1" presStyleIdx="4" presStyleCnt="7">
        <dgm:presLayoutVars>
          <dgm:bulletEnabled val="1"/>
        </dgm:presLayoutVars>
      </dgm:prSet>
      <dgm:spPr/>
    </dgm:pt>
    <dgm:pt modelId="{AE26B93B-98C3-40DA-803B-DD2AED6D27E2}" type="pres">
      <dgm:prSet presAssocID="{A825C04E-2B86-4FB6-8B32-8B314B073EA1}" presName="sibTrans" presStyleLbl="sibTrans1D1" presStyleIdx="4" presStyleCnt="6"/>
      <dgm:spPr/>
    </dgm:pt>
    <dgm:pt modelId="{3F81B80C-9EF4-49F4-B6EC-855E549C43E0}" type="pres">
      <dgm:prSet presAssocID="{A825C04E-2B86-4FB6-8B32-8B314B073EA1}" presName="connectorText" presStyleLbl="sibTrans1D1" presStyleIdx="4" presStyleCnt="6"/>
      <dgm:spPr/>
    </dgm:pt>
    <dgm:pt modelId="{746081EC-99CA-4E33-B890-C3B0F2AE5268}" type="pres">
      <dgm:prSet presAssocID="{076313C6-1402-4DD4-B492-1F1D1383B332}" presName="node" presStyleLbl="node1" presStyleIdx="5" presStyleCnt="7">
        <dgm:presLayoutVars>
          <dgm:bulletEnabled val="1"/>
        </dgm:presLayoutVars>
      </dgm:prSet>
      <dgm:spPr/>
    </dgm:pt>
    <dgm:pt modelId="{162442F8-1BDE-471F-86F5-D7552861CEA5}" type="pres">
      <dgm:prSet presAssocID="{FF435539-1F3E-49F5-B891-135409FF5B79}" presName="sibTrans" presStyleLbl="sibTrans1D1" presStyleIdx="5" presStyleCnt="6"/>
      <dgm:spPr/>
    </dgm:pt>
    <dgm:pt modelId="{9CD7B479-66AA-4829-9B5F-8FE0DC65050F}" type="pres">
      <dgm:prSet presAssocID="{FF435539-1F3E-49F5-B891-135409FF5B79}" presName="connectorText" presStyleLbl="sibTrans1D1" presStyleIdx="5" presStyleCnt="6"/>
      <dgm:spPr/>
    </dgm:pt>
    <dgm:pt modelId="{1AD8F9A7-8ED1-4D2D-BEF0-9083EC0B0BE6}" type="pres">
      <dgm:prSet presAssocID="{E392255C-C38D-46EF-B979-525AB0117533}" presName="node" presStyleLbl="node1" presStyleIdx="6" presStyleCnt="7">
        <dgm:presLayoutVars>
          <dgm:bulletEnabled val="1"/>
        </dgm:presLayoutVars>
      </dgm:prSet>
      <dgm:spPr/>
    </dgm:pt>
  </dgm:ptLst>
  <dgm:cxnLst>
    <dgm:cxn modelId="{1AA56504-7FDA-4E6D-931B-E7D37CE294DD}" type="presOf" srcId="{C450068E-6002-49C1-BF2D-066F110A66FB}" destId="{2C772EAD-5C21-4D3E-9E0C-7470FB30163D}" srcOrd="0" destOrd="0" presId="urn:microsoft.com/office/officeart/2016/7/layout/RepeatingBendingProcessNew"/>
    <dgm:cxn modelId="{958B5114-42DE-4181-A154-5D6D8B9C4886}" srcId="{91D2BD11-0CFA-4E7C-8B03-8DFFEE080704}" destId="{076313C6-1402-4DD4-B492-1F1D1383B332}" srcOrd="5" destOrd="0" parTransId="{9C2116FE-FEB4-4F01-ACBC-25BAF9D680FB}" sibTransId="{FF435539-1F3E-49F5-B891-135409FF5B79}"/>
    <dgm:cxn modelId="{92009B1E-CCDA-4229-9288-80E40244A70A}" type="presOf" srcId="{5F0A014C-8CEB-4B4E-BE7A-C999966F1488}" destId="{1813C269-C953-42AC-BF72-26017F2F2593}" srcOrd="0" destOrd="1" presId="urn:microsoft.com/office/officeart/2016/7/layout/RepeatingBendingProcessNew"/>
    <dgm:cxn modelId="{6259B11E-5BBC-408A-80B1-3493E3B22D7C}" srcId="{C0804DD1-2B65-457C-AA18-987CCD653FE8}" destId="{3E15737B-367D-4F67-AAB4-C9B33B7D9C16}" srcOrd="1" destOrd="0" parTransId="{8F1AE502-14E4-407A-87DF-7AD0D159E24C}" sibTransId="{7BFAF42D-3475-495B-AE6A-F16739CDCE90}"/>
    <dgm:cxn modelId="{6D902521-4EDB-4478-93B2-ED7F7F314A04}" type="presOf" srcId="{91D2BD11-0CFA-4E7C-8B03-8DFFEE080704}" destId="{A283FBF8-3FD6-4060-A43C-05983574CFF7}" srcOrd="0" destOrd="0" presId="urn:microsoft.com/office/officeart/2016/7/layout/RepeatingBendingProcessNew"/>
    <dgm:cxn modelId="{BEFB7426-5BAC-4050-95AB-E95B92701D71}" srcId="{91D2BD11-0CFA-4E7C-8B03-8DFFEE080704}" destId="{26CCF5F0-F6F5-4D0F-BB84-796ECF26BD7E}" srcOrd="2" destOrd="0" parTransId="{6CB126D2-E191-4648-85F1-42BACBAFAA1E}" sibTransId="{CAA7713B-26E8-4CA8-8625-9572BE02C40A}"/>
    <dgm:cxn modelId="{82F15329-425E-4A16-8E62-065A7E2A7307}" type="presOf" srcId="{BD2FC4C5-1902-4C8A-A7E9-0A0E5CEA91D1}" destId="{FCDD9E40-761B-4E19-AE39-C87F48E2FAB7}" srcOrd="1" destOrd="0" presId="urn:microsoft.com/office/officeart/2016/7/layout/RepeatingBendingProcessNew"/>
    <dgm:cxn modelId="{E866D53C-E04E-4C73-A998-03F2852BC41C}" type="presOf" srcId="{A825C04E-2B86-4FB6-8B32-8B314B073EA1}" destId="{AE26B93B-98C3-40DA-803B-DD2AED6D27E2}" srcOrd="0" destOrd="0" presId="urn:microsoft.com/office/officeart/2016/7/layout/RepeatingBendingProcessNew"/>
    <dgm:cxn modelId="{6C744442-EFD6-4371-AAC4-EC75FF728544}" type="presOf" srcId="{8AB839CE-3450-4BEC-8727-24084B7E9692}" destId="{2921A714-65AC-4C19-A350-4C22A59A1DDA}" srcOrd="1" destOrd="0" presId="urn:microsoft.com/office/officeart/2016/7/layout/RepeatingBendingProcessNew"/>
    <dgm:cxn modelId="{EEAF5E66-3424-4F5E-A31F-BC8F7A9F78C5}" type="presOf" srcId="{E392255C-C38D-46EF-B979-525AB0117533}" destId="{1AD8F9A7-8ED1-4D2D-BEF0-9083EC0B0BE6}" srcOrd="0" destOrd="0" presId="urn:microsoft.com/office/officeart/2016/7/layout/RepeatingBendingProcessNew"/>
    <dgm:cxn modelId="{8453E86A-A42E-42C7-9AC5-1475E9BB4C18}" type="presOf" srcId="{A825C04E-2B86-4FB6-8B32-8B314B073EA1}" destId="{3F81B80C-9EF4-49F4-B6EC-855E549C43E0}" srcOrd="1" destOrd="0" presId="urn:microsoft.com/office/officeart/2016/7/layout/RepeatingBendingProcessNew"/>
    <dgm:cxn modelId="{F364BA4B-57B2-4036-9362-BCC9D5E9DB81}" srcId="{91D2BD11-0CFA-4E7C-8B03-8DFFEE080704}" destId="{D5533753-C206-44B3-AA29-708A0523A0B3}" srcOrd="1" destOrd="0" parTransId="{492432C4-8940-4D75-B9F9-0E6149670A35}" sibTransId="{8AB839CE-3450-4BEC-8727-24084B7E9692}"/>
    <dgm:cxn modelId="{3E8D5E75-CC0B-4B2E-84B0-381B781386C6}" type="presOf" srcId="{26CCF5F0-F6F5-4D0F-BB84-796ECF26BD7E}" destId="{4F7AD16A-1CA0-4719-BB1B-F261018BFDC7}" srcOrd="0" destOrd="0" presId="urn:microsoft.com/office/officeart/2016/7/layout/RepeatingBendingProcessNew"/>
    <dgm:cxn modelId="{A62F8E7F-14C1-4C03-B88A-C1AF6A559F9F}" type="presOf" srcId="{1F749A10-D4FA-41BE-9DAD-D8F9A44C047B}" destId="{4438570B-D119-46E1-BC18-ACB62F8ABE48}" srcOrd="0" destOrd="0" presId="urn:microsoft.com/office/officeart/2016/7/layout/RepeatingBendingProcessNew"/>
    <dgm:cxn modelId="{DE9B2D81-5203-4210-9C04-2993F5C3FBC6}" type="presOf" srcId="{BD2FC4C5-1902-4C8A-A7E9-0A0E5CEA91D1}" destId="{4653CD0C-F677-4D8B-918A-BFA7D0CC41AB}" srcOrd="0" destOrd="0" presId="urn:microsoft.com/office/officeart/2016/7/layout/RepeatingBendingProcessNew"/>
    <dgm:cxn modelId="{281C1488-18F3-4AC2-96E1-D91E7C6AF2ED}" type="presOf" srcId="{FF435539-1F3E-49F5-B891-135409FF5B79}" destId="{9CD7B479-66AA-4829-9B5F-8FE0DC65050F}" srcOrd="1" destOrd="0" presId="urn:microsoft.com/office/officeart/2016/7/layout/RepeatingBendingProcessNew"/>
    <dgm:cxn modelId="{9C3C6A88-4430-48F5-AE37-ADEBA23282C9}" srcId="{91D2BD11-0CFA-4E7C-8B03-8DFFEE080704}" destId="{9956B08B-98CF-4C8E-8914-52079A883CFC}" srcOrd="0" destOrd="0" parTransId="{D07A2B24-9AA0-4E27-B1C3-D684DA660C75}" sibTransId="{BD2FC4C5-1902-4C8A-A7E9-0A0E5CEA91D1}"/>
    <dgm:cxn modelId="{0DFE3D91-2745-4B4D-8B3C-85D3A39D0777}" type="presOf" srcId="{CAA7713B-26E8-4CA8-8625-9572BE02C40A}" destId="{F0E1181D-E84B-4EE6-B110-800B1F712735}" srcOrd="1" destOrd="0" presId="urn:microsoft.com/office/officeart/2016/7/layout/RepeatingBendingProcessNew"/>
    <dgm:cxn modelId="{88879D9C-8F5E-40C3-A7C9-A01795F8E650}" srcId="{91D2BD11-0CFA-4E7C-8B03-8DFFEE080704}" destId="{1F749A10-D4FA-41BE-9DAD-D8F9A44C047B}" srcOrd="4" destOrd="0" parTransId="{4432F8BD-9183-4DBB-B7C5-F7CD5F8A1D7F}" sibTransId="{A825C04E-2B86-4FB6-8B32-8B314B073EA1}"/>
    <dgm:cxn modelId="{9469239E-8770-4C2E-860B-B8ADB1361CDB}" type="presOf" srcId="{9956B08B-98CF-4C8E-8914-52079A883CFC}" destId="{B9960FC7-09B0-4545-97B2-B2987F3D8438}" srcOrd="0" destOrd="0" presId="urn:microsoft.com/office/officeart/2016/7/layout/RepeatingBendingProcessNew"/>
    <dgm:cxn modelId="{17C3F3AB-785B-46EC-B85A-7D3BB21ADD4F}" type="presOf" srcId="{C0804DD1-2B65-457C-AA18-987CCD653FE8}" destId="{1813C269-C953-42AC-BF72-26017F2F2593}" srcOrd="0" destOrd="0" presId="urn:microsoft.com/office/officeart/2016/7/layout/RepeatingBendingProcessNew"/>
    <dgm:cxn modelId="{5C902EAC-BE3C-4EF3-AE0D-BA33576C861C}" srcId="{91D2BD11-0CFA-4E7C-8B03-8DFFEE080704}" destId="{C0804DD1-2B65-457C-AA18-987CCD653FE8}" srcOrd="3" destOrd="0" parTransId="{883F949E-1304-40AF-9737-816D9B313E33}" sibTransId="{C450068E-6002-49C1-BF2D-066F110A66FB}"/>
    <dgm:cxn modelId="{75EA44AF-4B36-458C-8705-D7134DC157CF}" type="presOf" srcId="{C450068E-6002-49C1-BF2D-066F110A66FB}" destId="{E8FEF6EA-6F67-47C8-9472-7BC5040472F2}" srcOrd="1" destOrd="0" presId="urn:microsoft.com/office/officeart/2016/7/layout/RepeatingBendingProcessNew"/>
    <dgm:cxn modelId="{9CDE34B5-A12B-40F7-B7CA-A3B5E116846F}" type="presOf" srcId="{8AB839CE-3450-4BEC-8727-24084B7E9692}" destId="{C9972047-6E0A-4EE7-B0A3-1F9544D1A227}" srcOrd="0" destOrd="0" presId="urn:microsoft.com/office/officeart/2016/7/layout/RepeatingBendingProcessNew"/>
    <dgm:cxn modelId="{F67B8FB6-D5A8-4E63-8D00-94BF5593E2A7}" srcId="{91D2BD11-0CFA-4E7C-8B03-8DFFEE080704}" destId="{E392255C-C38D-46EF-B979-525AB0117533}" srcOrd="6" destOrd="0" parTransId="{37577099-EBDA-46B1-A0F2-FF51523B754F}" sibTransId="{45D98B9C-7FD6-4278-A033-F1CF019D656D}"/>
    <dgm:cxn modelId="{3AC695B9-4FC5-4F51-9A63-83BDBCE373C6}" srcId="{C0804DD1-2B65-457C-AA18-987CCD653FE8}" destId="{5F0A014C-8CEB-4B4E-BE7A-C999966F1488}" srcOrd="0" destOrd="0" parTransId="{7A57C983-9E9B-4CFA-A10C-CBFBD51C77C0}" sibTransId="{2FBA2FD8-1A99-4B9B-A9CD-7DA686C088C4}"/>
    <dgm:cxn modelId="{BA788BBE-D797-4DCD-9477-B3976E3D2F95}" type="presOf" srcId="{444C984B-D23B-4868-8593-E2F4C8D075FC}" destId="{1813C269-C953-42AC-BF72-26017F2F2593}" srcOrd="0" destOrd="3" presId="urn:microsoft.com/office/officeart/2016/7/layout/RepeatingBendingProcessNew"/>
    <dgm:cxn modelId="{0ADCB9C4-D878-44C5-BEEA-51B71895B26E}" type="presOf" srcId="{FF435539-1F3E-49F5-B891-135409FF5B79}" destId="{162442F8-1BDE-471F-86F5-D7552861CEA5}" srcOrd="0" destOrd="0" presId="urn:microsoft.com/office/officeart/2016/7/layout/RepeatingBendingProcessNew"/>
    <dgm:cxn modelId="{F80423D4-79DB-439C-896C-7863300D0AC8}" type="presOf" srcId="{CAA7713B-26E8-4CA8-8625-9572BE02C40A}" destId="{C23514FA-1AA9-40F0-A5E9-0E59528113DF}" srcOrd="0" destOrd="0" presId="urn:microsoft.com/office/officeart/2016/7/layout/RepeatingBendingProcessNew"/>
    <dgm:cxn modelId="{2C4543E8-25FF-40A6-8FC8-CAF17B591862}" type="presOf" srcId="{076313C6-1402-4DD4-B492-1F1D1383B332}" destId="{746081EC-99CA-4E33-B890-C3B0F2AE5268}" srcOrd="0" destOrd="0" presId="urn:microsoft.com/office/officeart/2016/7/layout/RepeatingBendingProcessNew"/>
    <dgm:cxn modelId="{198B45EB-6D48-4DF4-961D-1A1E466BAA14}" type="presOf" srcId="{3E15737B-367D-4F67-AAB4-C9B33B7D9C16}" destId="{1813C269-C953-42AC-BF72-26017F2F2593}" srcOrd="0" destOrd="2" presId="urn:microsoft.com/office/officeart/2016/7/layout/RepeatingBendingProcessNew"/>
    <dgm:cxn modelId="{9FFB4FEF-23D8-40FD-8E4E-589543D2FCF6}" srcId="{C0804DD1-2B65-457C-AA18-987CCD653FE8}" destId="{444C984B-D23B-4868-8593-E2F4C8D075FC}" srcOrd="2" destOrd="0" parTransId="{02A1F5B7-F846-4435-82A0-8CAB6E96D744}" sibTransId="{FAF5F98F-8A89-4991-8045-B424C31F5B58}"/>
    <dgm:cxn modelId="{D992A1FC-274B-4C3B-853E-9FE788E0898A}" type="presOf" srcId="{D5533753-C206-44B3-AA29-708A0523A0B3}" destId="{078FCCE8-D73A-4BE2-A897-0D71EB50DE57}" srcOrd="0" destOrd="0" presId="urn:microsoft.com/office/officeart/2016/7/layout/RepeatingBendingProcessNew"/>
    <dgm:cxn modelId="{2D65096D-431B-44FD-8613-5C031A7094CE}" type="presParOf" srcId="{A283FBF8-3FD6-4060-A43C-05983574CFF7}" destId="{B9960FC7-09B0-4545-97B2-B2987F3D8438}" srcOrd="0" destOrd="0" presId="urn:microsoft.com/office/officeart/2016/7/layout/RepeatingBendingProcessNew"/>
    <dgm:cxn modelId="{042AA75B-32E7-4B3B-867B-1D0BA284327A}" type="presParOf" srcId="{A283FBF8-3FD6-4060-A43C-05983574CFF7}" destId="{4653CD0C-F677-4D8B-918A-BFA7D0CC41AB}" srcOrd="1" destOrd="0" presId="urn:microsoft.com/office/officeart/2016/7/layout/RepeatingBendingProcessNew"/>
    <dgm:cxn modelId="{127EC2AC-1F6B-4078-9C90-2C40D2774328}" type="presParOf" srcId="{4653CD0C-F677-4D8B-918A-BFA7D0CC41AB}" destId="{FCDD9E40-761B-4E19-AE39-C87F48E2FAB7}" srcOrd="0" destOrd="0" presId="urn:microsoft.com/office/officeart/2016/7/layout/RepeatingBendingProcessNew"/>
    <dgm:cxn modelId="{52E5E1D0-A114-4227-893C-F19A80F15800}" type="presParOf" srcId="{A283FBF8-3FD6-4060-A43C-05983574CFF7}" destId="{078FCCE8-D73A-4BE2-A897-0D71EB50DE57}" srcOrd="2" destOrd="0" presId="urn:microsoft.com/office/officeart/2016/7/layout/RepeatingBendingProcessNew"/>
    <dgm:cxn modelId="{552D75CB-100D-43E8-9349-B0E948A49B02}" type="presParOf" srcId="{A283FBF8-3FD6-4060-A43C-05983574CFF7}" destId="{C9972047-6E0A-4EE7-B0A3-1F9544D1A227}" srcOrd="3" destOrd="0" presId="urn:microsoft.com/office/officeart/2016/7/layout/RepeatingBendingProcessNew"/>
    <dgm:cxn modelId="{2FDF1AF6-1F37-4D6F-9856-3EAF250C4C79}" type="presParOf" srcId="{C9972047-6E0A-4EE7-B0A3-1F9544D1A227}" destId="{2921A714-65AC-4C19-A350-4C22A59A1DDA}" srcOrd="0" destOrd="0" presId="urn:microsoft.com/office/officeart/2016/7/layout/RepeatingBendingProcessNew"/>
    <dgm:cxn modelId="{2DA97207-5BA7-4668-877E-C282579BBB32}" type="presParOf" srcId="{A283FBF8-3FD6-4060-A43C-05983574CFF7}" destId="{4F7AD16A-1CA0-4719-BB1B-F261018BFDC7}" srcOrd="4" destOrd="0" presId="urn:microsoft.com/office/officeart/2016/7/layout/RepeatingBendingProcessNew"/>
    <dgm:cxn modelId="{F4E7827B-CA0B-4FF9-9C4A-6E16EE5996BB}" type="presParOf" srcId="{A283FBF8-3FD6-4060-A43C-05983574CFF7}" destId="{C23514FA-1AA9-40F0-A5E9-0E59528113DF}" srcOrd="5" destOrd="0" presId="urn:microsoft.com/office/officeart/2016/7/layout/RepeatingBendingProcessNew"/>
    <dgm:cxn modelId="{A4797109-607C-434E-ABCB-147D9301FFD1}" type="presParOf" srcId="{C23514FA-1AA9-40F0-A5E9-0E59528113DF}" destId="{F0E1181D-E84B-4EE6-B110-800B1F712735}" srcOrd="0" destOrd="0" presId="urn:microsoft.com/office/officeart/2016/7/layout/RepeatingBendingProcessNew"/>
    <dgm:cxn modelId="{2E7BDD3C-DDAF-4092-B471-C4349A6B7A48}" type="presParOf" srcId="{A283FBF8-3FD6-4060-A43C-05983574CFF7}" destId="{1813C269-C953-42AC-BF72-26017F2F2593}" srcOrd="6" destOrd="0" presId="urn:microsoft.com/office/officeart/2016/7/layout/RepeatingBendingProcessNew"/>
    <dgm:cxn modelId="{AE532131-E835-4EA4-B119-00DA14417603}" type="presParOf" srcId="{A283FBF8-3FD6-4060-A43C-05983574CFF7}" destId="{2C772EAD-5C21-4D3E-9E0C-7470FB30163D}" srcOrd="7" destOrd="0" presId="urn:microsoft.com/office/officeart/2016/7/layout/RepeatingBendingProcessNew"/>
    <dgm:cxn modelId="{6F10E321-01E1-41FD-B9BD-21013F977707}" type="presParOf" srcId="{2C772EAD-5C21-4D3E-9E0C-7470FB30163D}" destId="{E8FEF6EA-6F67-47C8-9472-7BC5040472F2}" srcOrd="0" destOrd="0" presId="urn:microsoft.com/office/officeart/2016/7/layout/RepeatingBendingProcessNew"/>
    <dgm:cxn modelId="{D30C4BA5-0AD5-4947-A6FE-6C4C8342CA4D}" type="presParOf" srcId="{A283FBF8-3FD6-4060-A43C-05983574CFF7}" destId="{4438570B-D119-46E1-BC18-ACB62F8ABE48}" srcOrd="8" destOrd="0" presId="urn:microsoft.com/office/officeart/2016/7/layout/RepeatingBendingProcessNew"/>
    <dgm:cxn modelId="{3D52E334-C04E-47E6-BBDB-11AB1AED1CEF}" type="presParOf" srcId="{A283FBF8-3FD6-4060-A43C-05983574CFF7}" destId="{AE26B93B-98C3-40DA-803B-DD2AED6D27E2}" srcOrd="9" destOrd="0" presId="urn:microsoft.com/office/officeart/2016/7/layout/RepeatingBendingProcessNew"/>
    <dgm:cxn modelId="{2A26DDB0-102B-43F9-A322-89377B4CC6CD}" type="presParOf" srcId="{AE26B93B-98C3-40DA-803B-DD2AED6D27E2}" destId="{3F81B80C-9EF4-49F4-B6EC-855E549C43E0}" srcOrd="0" destOrd="0" presId="urn:microsoft.com/office/officeart/2016/7/layout/RepeatingBendingProcessNew"/>
    <dgm:cxn modelId="{68BFE450-A888-4F29-90E0-643C71799544}" type="presParOf" srcId="{A283FBF8-3FD6-4060-A43C-05983574CFF7}" destId="{746081EC-99CA-4E33-B890-C3B0F2AE5268}" srcOrd="10" destOrd="0" presId="urn:microsoft.com/office/officeart/2016/7/layout/RepeatingBendingProcessNew"/>
    <dgm:cxn modelId="{554D3DF4-89A0-4B33-ABF3-8C957E110DE8}" type="presParOf" srcId="{A283FBF8-3FD6-4060-A43C-05983574CFF7}" destId="{162442F8-1BDE-471F-86F5-D7552861CEA5}" srcOrd="11" destOrd="0" presId="urn:microsoft.com/office/officeart/2016/7/layout/RepeatingBendingProcessNew"/>
    <dgm:cxn modelId="{0F6ADEBD-6D99-40DF-ACB9-297473E02C21}" type="presParOf" srcId="{162442F8-1BDE-471F-86F5-D7552861CEA5}" destId="{9CD7B479-66AA-4829-9B5F-8FE0DC65050F}" srcOrd="0" destOrd="0" presId="urn:microsoft.com/office/officeart/2016/7/layout/RepeatingBendingProcessNew"/>
    <dgm:cxn modelId="{14C5CD17-5B2E-44FA-AFCB-432D7991FA03}" type="presParOf" srcId="{A283FBF8-3FD6-4060-A43C-05983574CFF7}" destId="{1AD8F9A7-8ED1-4D2D-BEF0-9083EC0B0BE6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3A1239-EEB7-49EC-BDFF-0772C6931AB8}">
      <dsp:nvSpPr>
        <dsp:cNvPr id="0" name=""/>
        <dsp:cNvSpPr/>
      </dsp:nvSpPr>
      <dsp:spPr>
        <a:xfrm>
          <a:off x="0" y="2121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A510E-128A-4A84-AA64-4810E93E389D}">
      <dsp:nvSpPr>
        <dsp:cNvPr id="0" name=""/>
        <dsp:cNvSpPr/>
      </dsp:nvSpPr>
      <dsp:spPr>
        <a:xfrm>
          <a:off x="325236" y="244032"/>
          <a:ext cx="591338" cy="5913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9E8AB-C84F-417C-976F-EBFD222CCB6C}">
      <dsp:nvSpPr>
        <dsp:cNvPr id="0" name=""/>
        <dsp:cNvSpPr/>
      </dsp:nvSpPr>
      <dsp:spPr>
        <a:xfrm>
          <a:off x="1241811" y="2121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Shared repositories are central to modern DevOps workflows</a:t>
          </a:r>
          <a:endParaRPr lang="en-US" sz="2200" kern="1200"/>
        </a:p>
      </dsp:txBody>
      <dsp:txXfrm>
        <a:off x="1241811" y="2121"/>
        <a:ext cx="5974604" cy="1075161"/>
      </dsp:txXfrm>
    </dsp:sp>
    <dsp:sp modelId="{F67FF740-E9F9-4B51-A89B-4E50DB861DAC}">
      <dsp:nvSpPr>
        <dsp:cNvPr id="0" name=""/>
        <dsp:cNvSpPr/>
      </dsp:nvSpPr>
      <dsp:spPr>
        <a:xfrm>
          <a:off x="0" y="1346073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58A041-D84C-45A8-A0D7-7B71B9D8F376}">
      <dsp:nvSpPr>
        <dsp:cNvPr id="0" name=""/>
        <dsp:cNvSpPr/>
      </dsp:nvSpPr>
      <dsp:spPr>
        <a:xfrm>
          <a:off x="325236" y="1587984"/>
          <a:ext cx="591338" cy="5913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53F8F-0905-4075-971A-A353448C2DF4}">
      <dsp:nvSpPr>
        <dsp:cNvPr id="0" name=""/>
        <dsp:cNvSpPr/>
      </dsp:nvSpPr>
      <dsp:spPr>
        <a:xfrm>
          <a:off x="1241811" y="1346073"/>
          <a:ext cx="3247387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Multiple contributors increase risk of:</a:t>
          </a:r>
          <a:endParaRPr lang="en-US" sz="2200" kern="1200"/>
        </a:p>
      </dsp:txBody>
      <dsp:txXfrm>
        <a:off x="1241811" y="1346073"/>
        <a:ext cx="3247387" cy="1075161"/>
      </dsp:txXfrm>
    </dsp:sp>
    <dsp:sp modelId="{37CCDCDE-9565-449C-AAC1-F70CB61A9488}">
      <dsp:nvSpPr>
        <dsp:cNvPr id="0" name=""/>
        <dsp:cNvSpPr/>
      </dsp:nvSpPr>
      <dsp:spPr>
        <a:xfrm>
          <a:off x="4489198" y="1346073"/>
          <a:ext cx="2727217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0" kern="1200" baseline="0"/>
            <a:t>Unauthorized access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0" kern="1200" baseline="0"/>
            <a:t>Accidental data exposure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0" kern="1200" baseline="0"/>
            <a:t>Malicious code injection</a:t>
          </a:r>
          <a:endParaRPr lang="en-US" sz="1200" kern="1200"/>
        </a:p>
      </dsp:txBody>
      <dsp:txXfrm>
        <a:off x="4489198" y="1346073"/>
        <a:ext cx="2727217" cy="1075161"/>
      </dsp:txXfrm>
    </dsp:sp>
    <dsp:sp modelId="{1EE87EE8-A8C7-4392-84C0-18A2A0532E0F}">
      <dsp:nvSpPr>
        <dsp:cNvPr id="0" name=""/>
        <dsp:cNvSpPr/>
      </dsp:nvSpPr>
      <dsp:spPr>
        <a:xfrm>
          <a:off x="0" y="2690025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2FA311-E780-400B-82F7-8D04B3A6EF1E}">
      <dsp:nvSpPr>
        <dsp:cNvPr id="0" name=""/>
        <dsp:cNvSpPr/>
      </dsp:nvSpPr>
      <dsp:spPr>
        <a:xfrm>
          <a:off x="325236" y="2931936"/>
          <a:ext cx="591338" cy="5913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7EC1C-4D98-4C1E-B81F-68E36CAFDEAE}">
      <dsp:nvSpPr>
        <dsp:cNvPr id="0" name=""/>
        <dsp:cNvSpPr/>
      </dsp:nvSpPr>
      <dsp:spPr>
        <a:xfrm>
          <a:off x="1241811" y="2690025"/>
          <a:ext cx="3247387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Repositories often contain:</a:t>
          </a:r>
          <a:endParaRPr lang="en-US" sz="2200" kern="1200"/>
        </a:p>
      </dsp:txBody>
      <dsp:txXfrm>
        <a:off x="1241811" y="2690025"/>
        <a:ext cx="3247387" cy="1075161"/>
      </dsp:txXfrm>
    </dsp:sp>
    <dsp:sp modelId="{8D8D7E3E-3643-4C46-B787-F4A961323708}">
      <dsp:nvSpPr>
        <dsp:cNvPr id="0" name=""/>
        <dsp:cNvSpPr/>
      </dsp:nvSpPr>
      <dsp:spPr>
        <a:xfrm>
          <a:off x="4489198" y="2690025"/>
          <a:ext cx="2727217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0" kern="1200" baseline="0"/>
            <a:t>Intellectual property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0" kern="1200" baseline="0"/>
            <a:t>Secrets or credentials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0" kern="1200" baseline="0"/>
            <a:t>Infrastructure and pipeline definitions</a:t>
          </a:r>
          <a:endParaRPr lang="en-US" sz="1200" kern="1200"/>
        </a:p>
      </dsp:txBody>
      <dsp:txXfrm>
        <a:off x="4489198" y="2690025"/>
        <a:ext cx="2727217" cy="1075161"/>
      </dsp:txXfrm>
    </dsp:sp>
    <dsp:sp modelId="{5AC963C3-744F-4440-AB5B-4B8A4690A7F9}">
      <dsp:nvSpPr>
        <dsp:cNvPr id="0" name=""/>
        <dsp:cNvSpPr/>
      </dsp:nvSpPr>
      <dsp:spPr>
        <a:xfrm>
          <a:off x="0" y="4033977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563906-0F40-42B6-921A-4657E5ABA014}">
      <dsp:nvSpPr>
        <dsp:cNvPr id="0" name=""/>
        <dsp:cNvSpPr/>
      </dsp:nvSpPr>
      <dsp:spPr>
        <a:xfrm>
          <a:off x="325236" y="4275888"/>
          <a:ext cx="591338" cy="5913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D2BA1-F8EC-4943-AAA0-E0638D59CD08}">
      <dsp:nvSpPr>
        <dsp:cNvPr id="0" name=""/>
        <dsp:cNvSpPr/>
      </dsp:nvSpPr>
      <dsp:spPr>
        <a:xfrm>
          <a:off x="1241811" y="4033977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Strong security controls protect both code integrity and supply chain security</a:t>
          </a:r>
          <a:endParaRPr lang="en-US" sz="2200" kern="1200"/>
        </a:p>
      </dsp:txBody>
      <dsp:txXfrm>
        <a:off x="1241811" y="4033977"/>
        <a:ext cx="5974604" cy="10751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340A89-6500-4B75-859E-7A901572B26A}">
      <dsp:nvSpPr>
        <dsp:cNvPr id="0" name=""/>
        <dsp:cNvSpPr/>
      </dsp:nvSpPr>
      <dsp:spPr>
        <a:xfrm>
          <a:off x="0" y="323718"/>
          <a:ext cx="6034187" cy="1871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8320" tIns="374904" rIns="4683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Enforce </a:t>
          </a:r>
          <a:r>
            <a:rPr lang="en-US" sz="1800" b="1" kern="1200"/>
            <a:t>least privilege access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Use </a:t>
          </a:r>
          <a:r>
            <a:rPr lang="en-US" sz="1800" b="1" kern="1200"/>
            <a:t>role-based access control (RBAC)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Require </a:t>
          </a:r>
          <a:r>
            <a:rPr lang="en-US" sz="1800" b="1" kern="1200"/>
            <a:t>multi-factor authentication (MFA)</a:t>
          </a:r>
          <a:r>
            <a:rPr lang="en-US" sz="1800" kern="1200"/>
            <a:t> for all contributors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Limit admin access to a small group</a:t>
          </a:r>
        </a:p>
      </dsp:txBody>
      <dsp:txXfrm>
        <a:off x="0" y="323718"/>
        <a:ext cx="6034187" cy="1871100"/>
      </dsp:txXfrm>
    </dsp:sp>
    <dsp:sp modelId="{04AE43C9-9C9B-4AE6-9ECF-CC1664DAE997}">
      <dsp:nvSpPr>
        <dsp:cNvPr id="0" name=""/>
        <dsp:cNvSpPr/>
      </dsp:nvSpPr>
      <dsp:spPr>
        <a:xfrm>
          <a:off x="301709" y="58038"/>
          <a:ext cx="422393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655" tIns="0" rIns="15965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Best Practices:</a:t>
          </a:r>
          <a:endParaRPr lang="en-US" sz="1800" kern="1200"/>
        </a:p>
      </dsp:txBody>
      <dsp:txXfrm>
        <a:off x="327648" y="83977"/>
        <a:ext cx="4172052" cy="479482"/>
      </dsp:txXfrm>
    </dsp:sp>
    <dsp:sp modelId="{DFBFE957-53C3-47DD-BD65-5E31A11747E8}">
      <dsp:nvSpPr>
        <dsp:cNvPr id="0" name=""/>
        <dsp:cNvSpPr/>
      </dsp:nvSpPr>
      <dsp:spPr>
        <a:xfrm>
          <a:off x="0" y="2557698"/>
          <a:ext cx="6034187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8320" tIns="374904" rIns="4683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Reduces risk of insider threats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Prevents unauthorized commits or deletions</a:t>
          </a:r>
        </a:p>
      </dsp:txBody>
      <dsp:txXfrm>
        <a:off x="0" y="2557698"/>
        <a:ext cx="6034187" cy="1048950"/>
      </dsp:txXfrm>
    </dsp:sp>
    <dsp:sp modelId="{4CA89E8E-DC6A-4ABF-9862-FC7E030107DA}">
      <dsp:nvSpPr>
        <dsp:cNvPr id="0" name=""/>
        <dsp:cNvSpPr/>
      </dsp:nvSpPr>
      <dsp:spPr>
        <a:xfrm>
          <a:off x="301709" y="2292018"/>
          <a:ext cx="422393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655" tIns="0" rIns="15965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Why it matters:</a:t>
          </a:r>
          <a:endParaRPr lang="en-US" sz="1800" kern="1200"/>
        </a:p>
      </dsp:txBody>
      <dsp:txXfrm>
        <a:off x="327648" y="2317957"/>
        <a:ext cx="4172052" cy="479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53CD0C-F677-4D8B-918A-BFA7D0CC41AB}">
      <dsp:nvSpPr>
        <dsp:cNvPr id="0" name=""/>
        <dsp:cNvSpPr/>
      </dsp:nvSpPr>
      <dsp:spPr>
        <a:xfrm>
          <a:off x="2321602" y="774047"/>
          <a:ext cx="5032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328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59897" y="817097"/>
        <a:ext cx="26694" cy="5338"/>
      </dsp:txXfrm>
    </dsp:sp>
    <dsp:sp modelId="{B9960FC7-09B0-4545-97B2-B2987F3D8438}">
      <dsp:nvSpPr>
        <dsp:cNvPr id="0" name=""/>
        <dsp:cNvSpPr/>
      </dsp:nvSpPr>
      <dsp:spPr>
        <a:xfrm>
          <a:off x="2167" y="123396"/>
          <a:ext cx="2321235" cy="1392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42" tIns="119393" rIns="113742" bIns="11939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Controls to implement:</a:t>
          </a:r>
          <a:endParaRPr lang="en-US" sz="1700" kern="1200"/>
        </a:p>
      </dsp:txBody>
      <dsp:txXfrm>
        <a:off x="2167" y="123396"/>
        <a:ext cx="2321235" cy="1392741"/>
      </dsp:txXfrm>
    </dsp:sp>
    <dsp:sp modelId="{C9972047-6E0A-4EE7-B0A3-1F9544D1A227}">
      <dsp:nvSpPr>
        <dsp:cNvPr id="0" name=""/>
        <dsp:cNvSpPr/>
      </dsp:nvSpPr>
      <dsp:spPr>
        <a:xfrm>
          <a:off x="5176721" y="774047"/>
          <a:ext cx="5032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328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15016" y="817097"/>
        <a:ext cx="26694" cy="5338"/>
      </dsp:txXfrm>
    </dsp:sp>
    <dsp:sp modelId="{078FCCE8-D73A-4BE2-A897-0D71EB50DE57}">
      <dsp:nvSpPr>
        <dsp:cNvPr id="0" name=""/>
        <dsp:cNvSpPr/>
      </dsp:nvSpPr>
      <dsp:spPr>
        <a:xfrm>
          <a:off x="2857286" y="123396"/>
          <a:ext cx="2321235" cy="1392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42" tIns="119393" rIns="113742" bIns="11939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Protect main/master branches</a:t>
          </a:r>
        </a:p>
      </dsp:txBody>
      <dsp:txXfrm>
        <a:off x="2857286" y="123396"/>
        <a:ext cx="2321235" cy="1392741"/>
      </dsp:txXfrm>
    </dsp:sp>
    <dsp:sp modelId="{C23514FA-1AA9-40F0-A5E9-0E59528113DF}">
      <dsp:nvSpPr>
        <dsp:cNvPr id="0" name=""/>
        <dsp:cNvSpPr/>
      </dsp:nvSpPr>
      <dsp:spPr>
        <a:xfrm>
          <a:off x="8031841" y="774047"/>
          <a:ext cx="5032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328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70136" y="817097"/>
        <a:ext cx="26694" cy="5338"/>
      </dsp:txXfrm>
    </dsp:sp>
    <dsp:sp modelId="{4F7AD16A-1CA0-4719-BB1B-F261018BFDC7}">
      <dsp:nvSpPr>
        <dsp:cNvPr id="0" name=""/>
        <dsp:cNvSpPr/>
      </dsp:nvSpPr>
      <dsp:spPr>
        <a:xfrm>
          <a:off x="5712406" y="123396"/>
          <a:ext cx="2321235" cy="1392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42" tIns="119393" rIns="113742" bIns="11939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Require pull requests for all changes</a:t>
          </a:r>
        </a:p>
      </dsp:txBody>
      <dsp:txXfrm>
        <a:off x="5712406" y="123396"/>
        <a:ext cx="2321235" cy="1392741"/>
      </dsp:txXfrm>
    </dsp:sp>
    <dsp:sp modelId="{2C772EAD-5C21-4D3E-9E0C-7470FB30163D}">
      <dsp:nvSpPr>
        <dsp:cNvPr id="0" name=""/>
        <dsp:cNvSpPr/>
      </dsp:nvSpPr>
      <dsp:spPr>
        <a:xfrm>
          <a:off x="1162784" y="1514337"/>
          <a:ext cx="8565358" cy="503284"/>
        </a:xfrm>
        <a:custGeom>
          <a:avLst/>
          <a:gdLst/>
          <a:ahLst/>
          <a:cxnLst/>
          <a:rect l="0" t="0" r="0" b="0"/>
          <a:pathLst>
            <a:path>
              <a:moveTo>
                <a:pt x="8565358" y="0"/>
              </a:moveTo>
              <a:lnTo>
                <a:pt x="8565358" y="268742"/>
              </a:lnTo>
              <a:lnTo>
                <a:pt x="0" y="268742"/>
              </a:lnTo>
              <a:lnTo>
                <a:pt x="0" y="50328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0914" y="1763310"/>
        <a:ext cx="429099" cy="5338"/>
      </dsp:txXfrm>
    </dsp:sp>
    <dsp:sp modelId="{1813C269-C953-42AC-BF72-26017F2F2593}">
      <dsp:nvSpPr>
        <dsp:cNvPr id="0" name=""/>
        <dsp:cNvSpPr/>
      </dsp:nvSpPr>
      <dsp:spPr>
        <a:xfrm>
          <a:off x="8567525" y="123396"/>
          <a:ext cx="2321235" cy="1392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42" tIns="119393" rIns="113742" bIns="119393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Enforce: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Required reviewers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Status checks (CI must pass)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No direct pushes to main</a:t>
          </a:r>
        </a:p>
      </dsp:txBody>
      <dsp:txXfrm>
        <a:off x="8567525" y="123396"/>
        <a:ext cx="2321235" cy="1392741"/>
      </dsp:txXfrm>
    </dsp:sp>
    <dsp:sp modelId="{AE26B93B-98C3-40DA-803B-DD2AED6D27E2}">
      <dsp:nvSpPr>
        <dsp:cNvPr id="0" name=""/>
        <dsp:cNvSpPr/>
      </dsp:nvSpPr>
      <dsp:spPr>
        <a:xfrm>
          <a:off x="2321602" y="2700672"/>
          <a:ext cx="5032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328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59897" y="2743723"/>
        <a:ext cx="26694" cy="5338"/>
      </dsp:txXfrm>
    </dsp:sp>
    <dsp:sp modelId="{4438570B-D119-46E1-BC18-ACB62F8ABE48}">
      <dsp:nvSpPr>
        <dsp:cNvPr id="0" name=""/>
        <dsp:cNvSpPr/>
      </dsp:nvSpPr>
      <dsp:spPr>
        <a:xfrm>
          <a:off x="2167" y="2050022"/>
          <a:ext cx="2321235" cy="1392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42" tIns="119393" rIns="113742" bIns="11939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Benefits:</a:t>
          </a:r>
          <a:endParaRPr lang="en-US" sz="1700" kern="1200"/>
        </a:p>
      </dsp:txBody>
      <dsp:txXfrm>
        <a:off x="2167" y="2050022"/>
        <a:ext cx="2321235" cy="1392741"/>
      </dsp:txXfrm>
    </dsp:sp>
    <dsp:sp modelId="{162442F8-1BDE-471F-86F5-D7552861CEA5}">
      <dsp:nvSpPr>
        <dsp:cNvPr id="0" name=""/>
        <dsp:cNvSpPr/>
      </dsp:nvSpPr>
      <dsp:spPr>
        <a:xfrm>
          <a:off x="5176721" y="2700672"/>
          <a:ext cx="5032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328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15016" y="2743723"/>
        <a:ext cx="26694" cy="5338"/>
      </dsp:txXfrm>
    </dsp:sp>
    <dsp:sp modelId="{746081EC-99CA-4E33-B890-C3B0F2AE5268}">
      <dsp:nvSpPr>
        <dsp:cNvPr id="0" name=""/>
        <dsp:cNvSpPr/>
      </dsp:nvSpPr>
      <dsp:spPr>
        <a:xfrm>
          <a:off x="2857286" y="2050022"/>
          <a:ext cx="2321235" cy="1392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42" tIns="119393" rIns="113742" bIns="11939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Prevents unreviewed or malicious code from entering production</a:t>
          </a:r>
        </a:p>
      </dsp:txBody>
      <dsp:txXfrm>
        <a:off x="2857286" y="2050022"/>
        <a:ext cx="2321235" cy="1392741"/>
      </dsp:txXfrm>
    </dsp:sp>
    <dsp:sp modelId="{1AD8F9A7-8ED1-4D2D-BEF0-9083EC0B0BE6}">
      <dsp:nvSpPr>
        <dsp:cNvPr id="0" name=""/>
        <dsp:cNvSpPr/>
      </dsp:nvSpPr>
      <dsp:spPr>
        <a:xfrm>
          <a:off x="5712406" y="2050022"/>
          <a:ext cx="2321235" cy="1392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42" tIns="119393" rIns="113742" bIns="11939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Encourages collaboration and shared accountability</a:t>
          </a:r>
        </a:p>
      </dsp:txBody>
      <dsp:txXfrm>
        <a:off x="5712406" y="2050022"/>
        <a:ext cx="2321235" cy="13927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8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54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07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47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56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53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1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51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77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61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86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004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2FAB7B-42C1-46AA-9C68-7AD281066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Eye Chart Test">
            <a:extLst>
              <a:ext uri="{FF2B5EF4-FFF2-40B4-BE49-F238E27FC236}">
                <a16:creationId xmlns:a16="http://schemas.microsoft.com/office/drawing/2014/main" id="{C4843E0F-A136-4FC0-4087-23D4915178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alphaModFix/>
          </a:blip>
          <a:srcRect r="1" b="287"/>
          <a:stretch>
            <a:fillRect/>
          </a:stretch>
        </p:blipFill>
        <p:spPr>
          <a:xfrm>
            <a:off x="1" y="152"/>
            <a:ext cx="12192000" cy="685784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905206B-651D-4874-B365-85CC5F9C8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-152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56AE-FA69-0790-7C7C-9FB8EF051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4531" y="1371600"/>
            <a:ext cx="4916477" cy="2933952"/>
          </a:xfrm>
        </p:spPr>
        <p:txBody>
          <a:bodyPr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600">
                <a:solidFill>
                  <a:srgbClr val="FFFFFF"/>
                </a:solidFill>
              </a:rPr>
              <a:t>Security Controls in Shared Source Code Repositories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4AB02-7453-A143-E8D9-70FD1E114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4532" y="4584879"/>
            <a:ext cx="4916477" cy="1287887"/>
          </a:xfrm>
        </p:spPr>
        <p:txBody>
          <a:bodyPr anchor="b">
            <a:normAutofit fontScale="92500"/>
          </a:bodyPr>
          <a:lstStyle/>
          <a:p>
            <a:pPr algn="r"/>
            <a:r>
              <a:rPr lang="en-US" sz="1700" dirty="0">
                <a:solidFill>
                  <a:srgbClr val="FFFFFF"/>
                </a:solidFill>
              </a:rPr>
              <a:t>CSD380 – DevOps</a:t>
            </a:r>
            <a:br>
              <a:rPr lang="en-US" sz="1700" dirty="0">
                <a:solidFill>
                  <a:srgbClr val="FFFFFF"/>
                </a:solidFill>
              </a:rPr>
            </a:br>
            <a:r>
              <a:rPr lang="en-US" sz="1700" dirty="0">
                <a:solidFill>
                  <a:srgbClr val="FFFFFF"/>
                </a:solidFill>
              </a:rPr>
              <a:t>Module 11.2 – Security Controls</a:t>
            </a:r>
            <a:br>
              <a:rPr lang="en-US" sz="1700" dirty="0">
                <a:solidFill>
                  <a:srgbClr val="FFFFFF"/>
                </a:solidFill>
              </a:rPr>
            </a:br>
            <a:r>
              <a:rPr lang="en-US" sz="1700" dirty="0">
                <a:solidFill>
                  <a:srgbClr val="FFFFFF"/>
                </a:solidFill>
              </a:rPr>
              <a:t>Scott Macioce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5776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53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5F5AF-5575-B3A6-91DC-0A253577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Why Security Controls Matter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3633FBB6-9D7B-FAA3-B5E6-DFAC7B503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046305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3821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4FDEC-9563-3188-5325-78002F0E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Access Control &amp; Authentication</a:t>
            </a: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E9BBB438-70A7-F276-3AC7-F04DACA67F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93" r="29724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D801618-4B06-1CD0-A310-8DB2BC1B46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96821" y="2633236"/>
          <a:ext cx="6034187" cy="3664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4272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751A6-D0F9-BFC6-B453-743D84EE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Protection &amp; Code Reviews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BC648F-D3FE-DFA1-B3B1-CEAB6975C3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3149120"/>
              </p:ext>
            </p:extLst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0083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4D4FA-FDED-10CE-3E5E-C1EDB36F4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35365"/>
            <a:ext cx="5358392" cy="129847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Secrets Management &amp; Scanning</a:t>
            </a:r>
          </a:p>
        </p:txBody>
      </p:sp>
      <p:pic>
        <p:nvPicPr>
          <p:cNvPr id="7" name="Graphic 6" descr="Key">
            <a:extLst>
              <a:ext uri="{FF2B5EF4-FFF2-40B4-BE49-F238E27FC236}">
                <a16:creationId xmlns:a16="http://schemas.microsoft.com/office/drawing/2014/main" id="{18706338-B34A-461A-C68C-E5CD88F09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232" y="836141"/>
            <a:ext cx="3376716" cy="337671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5B3CD-03E8-A6F9-0E8F-0AB27FB42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622" y="914400"/>
            <a:ext cx="4763387" cy="5383523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/>
              <a:t>Common risks:</a:t>
            </a:r>
            <a:endParaRPr lang="en-US" sz="1700" dirty="0"/>
          </a:p>
          <a:p>
            <a:pPr>
              <a:lnSpc>
                <a:spcPct val="110000"/>
              </a:lnSpc>
            </a:pPr>
            <a:r>
              <a:rPr lang="en-US" sz="1700" dirty="0"/>
              <a:t>Hard-coded API keys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Passwords committed accidentally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Tokens exposed in configuration files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/>
              <a:t>Best Practices:</a:t>
            </a:r>
            <a:endParaRPr lang="en-US" sz="1700" dirty="0"/>
          </a:p>
          <a:p>
            <a:pPr>
              <a:lnSpc>
                <a:spcPct val="110000"/>
              </a:lnSpc>
            </a:pPr>
            <a:r>
              <a:rPr lang="en-US" sz="1700" dirty="0"/>
              <a:t>Use secrets managers (Vault, AWS Secrets Manager)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Enable </a:t>
            </a:r>
            <a:r>
              <a:rPr lang="en-US" sz="1700" b="1" dirty="0"/>
              <a:t>secret scanning</a:t>
            </a:r>
            <a:endParaRPr lang="en-US" sz="1700" dirty="0"/>
          </a:p>
          <a:p>
            <a:pPr>
              <a:lnSpc>
                <a:spcPct val="110000"/>
              </a:lnSpc>
            </a:pPr>
            <a:r>
              <a:rPr lang="en-US" sz="1700" dirty="0"/>
              <a:t>Block commits containing credentials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/>
              <a:t>Tools:</a:t>
            </a:r>
            <a:endParaRPr lang="en-US" sz="1700" dirty="0"/>
          </a:p>
          <a:p>
            <a:pPr>
              <a:lnSpc>
                <a:spcPct val="110000"/>
              </a:lnSpc>
            </a:pPr>
            <a:r>
              <a:rPr lang="en-US" sz="1700" dirty="0"/>
              <a:t>GitHub Secret Scanning</a:t>
            </a:r>
          </a:p>
          <a:p>
            <a:pPr>
              <a:lnSpc>
                <a:spcPct val="110000"/>
              </a:lnSpc>
            </a:pPr>
            <a:r>
              <a:rPr lang="en-US" sz="1700" dirty="0" err="1"/>
              <a:t>TruffleHog</a:t>
            </a:r>
            <a:endParaRPr lang="en-US" sz="1700" dirty="0"/>
          </a:p>
          <a:p>
            <a:pPr>
              <a:lnSpc>
                <a:spcPct val="110000"/>
              </a:lnSpc>
            </a:pPr>
            <a:r>
              <a:rPr lang="en-US" sz="1700" dirty="0" err="1"/>
              <a:t>Gitleaks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988397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1701F-90E8-137D-F4BD-11716A6F3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149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Dependency &amp; Supply Chain Security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203B9B98-DA4C-3A54-B69D-84211C588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1956816"/>
            <a:ext cx="4343400" cy="43434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6630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ECDFB-0D1E-71E9-5802-7E2D34000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149" y="2633236"/>
            <a:ext cx="5737860" cy="366698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/>
              <a:t>Why this matters: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/>
              <a:t>Most applications rely heavily on third-party libraries</a:t>
            </a:r>
          </a:p>
          <a:p>
            <a:pPr>
              <a:lnSpc>
                <a:spcPct val="110000"/>
              </a:lnSpc>
            </a:pPr>
            <a:r>
              <a:rPr lang="en-US" sz="1100"/>
              <a:t>Vulnerable dependencies can compromise the entire system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b="1"/>
              <a:t>Controls: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/>
              <a:t>Enable dependency scanning</a:t>
            </a:r>
          </a:p>
          <a:p>
            <a:pPr>
              <a:lnSpc>
                <a:spcPct val="110000"/>
              </a:lnSpc>
            </a:pPr>
            <a:r>
              <a:rPr lang="en-US" sz="1100"/>
              <a:t>Monitor for vulnerable or outdated packages</a:t>
            </a:r>
          </a:p>
          <a:p>
            <a:pPr>
              <a:lnSpc>
                <a:spcPct val="110000"/>
              </a:lnSpc>
            </a:pPr>
            <a:r>
              <a:rPr lang="en-US" sz="1100"/>
              <a:t>Use signed dependencies when possible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b="1"/>
              <a:t>Tools: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/>
              <a:t>GitHub </a:t>
            </a:r>
            <a:r>
              <a:rPr lang="en-US" sz="1100" err="1"/>
              <a:t>Dependabot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err="1"/>
              <a:t>Snyk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/>
              <a:t>OWASP Dependency-Check</a:t>
            </a:r>
          </a:p>
          <a:p>
            <a:pPr>
              <a:lnSpc>
                <a:spcPct val="110000"/>
              </a:lnSpc>
            </a:pP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005649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8CA54-CC34-E81E-32B5-11BF24165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35365"/>
            <a:ext cx="5358392" cy="129847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Auditing, Logging &amp; Monitoring</a:t>
            </a:r>
            <a:endParaRPr lang="en-US"/>
          </a:p>
        </p:txBody>
      </p:sp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9D1B9C58-BF52-E084-D8EB-9EE9E7CB1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836141"/>
            <a:ext cx="3376716" cy="337671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C5B6F-1B29-7248-A6CC-4C352441E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622" y="914400"/>
            <a:ext cx="4763387" cy="538352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Best Practices:</a:t>
            </a:r>
            <a:endParaRPr lang="en-US" dirty="0"/>
          </a:p>
          <a:p>
            <a:r>
              <a:rPr lang="en-US" dirty="0"/>
              <a:t>Enable repository audit logs</a:t>
            </a:r>
          </a:p>
          <a:p>
            <a:r>
              <a:rPr lang="en-US" dirty="0"/>
              <a:t>Monitor:</a:t>
            </a:r>
          </a:p>
          <a:p>
            <a:pPr lvl="1"/>
            <a:r>
              <a:rPr lang="en-US" dirty="0"/>
              <a:t>Access changes</a:t>
            </a:r>
          </a:p>
          <a:p>
            <a:pPr lvl="1"/>
            <a:r>
              <a:rPr lang="en-US" dirty="0"/>
              <a:t>Permission updates</a:t>
            </a:r>
          </a:p>
          <a:p>
            <a:pPr lvl="1"/>
            <a:r>
              <a:rPr lang="en-US" dirty="0"/>
              <a:t>Force pushes or branch deletions</a:t>
            </a:r>
          </a:p>
          <a:p>
            <a:r>
              <a:rPr lang="en-US" dirty="0"/>
              <a:t>Regularly review logs for anomalies</a:t>
            </a:r>
          </a:p>
          <a:p>
            <a:pPr marL="0" indent="0">
              <a:buNone/>
            </a:pPr>
            <a:r>
              <a:rPr lang="en-US" b="1" dirty="0"/>
              <a:t>Benefits:</a:t>
            </a:r>
            <a:endParaRPr lang="en-US" dirty="0"/>
          </a:p>
          <a:p>
            <a:r>
              <a:rPr lang="en-US" dirty="0"/>
              <a:t>Supports incident response</a:t>
            </a:r>
          </a:p>
          <a:p>
            <a:r>
              <a:rPr lang="en-US" dirty="0"/>
              <a:t>Enables accountability and traceability</a:t>
            </a:r>
          </a:p>
          <a:p>
            <a:r>
              <a:rPr lang="en-US" dirty="0"/>
              <a:t>Helps meet compliance requirements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161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CA550-F5CA-0F6B-BD9E-86FDE662C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35365"/>
            <a:ext cx="5358392" cy="129847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Automation &amp; Policy Enforcement</a:t>
            </a:r>
            <a:endParaRPr lang="en-US"/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BA0D8B4A-D0DD-05BA-B805-BC8DD5EF0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836141"/>
            <a:ext cx="3376716" cy="337671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71611-758C-2736-57E1-FD91F2B32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622" y="914400"/>
            <a:ext cx="4763387" cy="5383523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DevOps-aligned controls: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Automate security checks in CI/CD pipelines</a:t>
            </a:r>
          </a:p>
          <a:p>
            <a:pPr>
              <a:lnSpc>
                <a:spcPct val="110000"/>
              </a:lnSpc>
            </a:pPr>
            <a:r>
              <a:rPr lang="en-US" sz="1700"/>
              <a:t>Enforce policies as code</a:t>
            </a:r>
          </a:p>
          <a:p>
            <a:pPr>
              <a:lnSpc>
                <a:spcPct val="110000"/>
              </a:lnSpc>
            </a:pPr>
            <a:r>
              <a:rPr lang="en-US" sz="1700"/>
              <a:t>Fail builds if security rules are violated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Examples: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Static analysis (SAST)</a:t>
            </a:r>
          </a:p>
          <a:p>
            <a:pPr>
              <a:lnSpc>
                <a:spcPct val="110000"/>
              </a:lnSpc>
            </a:pPr>
            <a:r>
              <a:rPr lang="en-US" sz="1700"/>
              <a:t>Dependency scanning</a:t>
            </a:r>
          </a:p>
          <a:p>
            <a:pPr>
              <a:lnSpc>
                <a:spcPct val="110000"/>
              </a:lnSpc>
            </a:pPr>
            <a:r>
              <a:rPr lang="en-US" sz="1700"/>
              <a:t>License compliance checks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Result: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Security becomes continuous and scalable</a:t>
            </a:r>
          </a:p>
          <a:p>
            <a:pPr>
              <a:lnSpc>
                <a:spcPct val="110000"/>
              </a:lnSpc>
            </a:pPr>
            <a:r>
              <a:rPr lang="en-US" sz="1700"/>
              <a:t>Reduces reliance on manual enforcement</a:t>
            </a:r>
          </a:p>
          <a:p>
            <a:pPr>
              <a:lnSpc>
                <a:spcPct val="11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36196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24AED-F504-35D2-A0DA-D64EA52AB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 dirty="0"/>
              <a:t>Mistakes to Avoid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F4FC1-02AC-67DF-72B8-C2F4F07DE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r>
              <a:rPr lang="en-US" dirty="0"/>
              <a:t>Overly permissive access</a:t>
            </a:r>
          </a:p>
          <a:p>
            <a:r>
              <a:rPr lang="en-US" dirty="0"/>
              <a:t>Relying only on manual reviews</a:t>
            </a:r>
          </a:p>
          <a:p>
            <a:r>
              <a:rPr lang="en-US" dirty="0"/>
              <a:t>Ignoring alerts due to alert fatigue</a:t>
            </a:r>
          </a:p>
          <a:p>
            <a:r>
              <a:rPr lang="en-US" dirty="0"/>
              <a:t>Treating security as a one-time setup instead of ongoing practice</a:t>
            </a:r>
          </a:p>
          <a:p>
            <a:pPr marL="0" indent="0">
              <a:buNone/>
            </a:pPr>
            <a:r>
              <a:rPr lang="en-US" b="1" dirty="0"/>
              <a:t>Key takeaway:</a:t>
            </a:r>
            <a:br>
              <a:rPr lang="en-US" dirty="0"/>
            </a:br>
            <a:r>
              <a:rPr lang="en-US" dirty="0"/>
              <a:t>Security controls must evolve with the repository and team.</a:t>
            </a:r>
          </a:p>
          <a:p>
            <a:endParaRPr lang="en-US" dirty="0"/>
          </a:p>
        </p:txBody>
      </p:sp>
      <p:pic>
        <p:nvPicPr>
          <p:cNvPr id="7" name="Graphic 6" descr="Warning">
            <a:extLst>
              <a:ext uri="{FF2B5EF4-FFF2-40B4-BE49-F238E27FC236}">
                <a16:creationId xmlns:a16="http://schemas.microsoft.com/office/drawing/2014/main" id="{4E629EB4-CB33-0F17-5C5E-792749E42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83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2A2AB8-82B9-C6A4-10A5-F2E64A016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F09ED-E0C9-24E7-A13B-3EEC10C7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 dirty="0"/>
              <a:t>OWASP. (2025, July). </a:t>
            </a:r>
            <a:r>
              <a:rPr lang="en-US" sz="1100" i="1" dirty="0"/>
              <a:t>OWASP Top Ten</a:t>
            </a:r>
            <a:r>
              <a:rPr lang="en-US" sz="1100" dirty="0"/>
              <a:t>. Owasp.org; OWASP. https://owasp.org/www-project-top-ten/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‌</a:t>
            </a:r>
            <a:r>
              <a:rPr lang="en-US" sz="1100" i="1" dirty="0"/>
              <a:t>Code security documentation</a:t>
            </a:r>
            <a:r>
              <a:rPr lang="en-US" sz="1100" dirty="0"/>
              <a:t>. (n.d.). GitHub Docs. https://docs.github.com/en/code-security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‌NIST. (2019). </a:t>
            </a:r>
            <a:r>
              <a:rPr lang="en-US" sz="1100" i="1" dirty="0"/>
              <a:t>NIST Computer Security Resource Center | CSRC</a:t>
            </a:r>
            <a:r>
              <a:rPr lang="en-US" sz="1100" dirty="0"/>
              <a:t>. Nist.gov. https://csrc.nist.gov/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‌Singh, A. (2024, November 17). </a:t>
            </a:r>
            <a:r>
              <a:rPr lang="en-US" sz="1100" i="1" dirty="0"/>
              <a:t>Securing Your GitHub Organization: Advanced Best Practices for Code Protection and Workflow…</a:t>
            </a:r>
            <a:r>
              <a:rPr lang="en-US" sz="1100" dirty="0"/>
              <a:t>. Medium. https://medium.com/@anshumaansingh10jan/how-to-secure-and-configure-github-organizations-for-optimal-security-5fbc43bc4f1d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‌a-a-</a:t>
            </a:r>
            <a:r>
              <a:rPr lang="en-US" sz="1100" dirty="0" err="1"/>
              <a:t>ron</a:t>
            </a:r>
            <a:r>
              <a:rPr lang="en-US" sz="1100" dirty="0"/>
              <a:t>. (2025). </a:t>
            </a:r>
            <a:r>
              <a:rPr lang="en-US" sz="1100" i="1" dirty="0"/>
              <a:t>Maintain a Secure Repository by Using GitHub Best Practices - Training</a:t>
            </a:r>
            <a:r>
              <a:rPr lang="en-US" sz="1100" dirty="0"/>
              <a:t>. Microsoft.com. https://learn.microsoft.com/en-us/training/modules/maintain-secure-repository-github/</a:t>
            </a:r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C8B18442-BCBF-6A6B-0B26-1B7B1A039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3013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537</Words>
  <Application>Microsoft Office PowerPoint</Application>
  <PresentationFormat>Widescreen</PresentationFormat>
  <Paragraphs>94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Grandview Display</vt:lpstr>
      <vt:lpstr>DashVTI</vt:lpstr>
      <vt:lpstr>Security Controls in Shared Source Code Repositories</vt:lpstr>
      <vt:lpstr>Why Security Controls Matter</vt:lpstr>
      <vt:lpstr>Access Control &amp; Authentication</vt:lpstr>
      <vt:lpstr>Branch Protection &amp; Code Reviews</vt:lpstr>
      <vt:lpstr>Secrets Management &amp; Scanning</vt:lpstr>
      <vt:lpstr>Dependency &amp; Supply Chain Security</vt:lpstr>
      <vt:lpstr>Auditing, Logging &amp; Monitoring</vt:lpstr>
      <vt:lpstr>Automation &amp; Policy Enforcement</vt:lpstr>
      <vt:lpstr>Mistakes to Avoid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Macioce</dc:creator>
  <cp:lastModifiedBy>Scott Macioce</cp:lastModifiedBy>
  <cp:revision>2</cp:revision>
  <dcterms:created xsi:type="dcterms:W3CDTF">2025-12-15T03:57:47Z</dcterms:created>
  <dcterms:modified xsi:type="dcterms:W3CDTF">2025-12-15T04:15:11Z</dcterms:modified>
</cp:coreProperties>
</file>