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81EFEB-F070-42DE-9E44-C0084C237B1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51E637-B6D8-4D5E-B466-EBE030461FF8}">
      <dgm:prSet/>
      <dgm:spPr/>
      <dgm:t>
        <a:bodyPr/>
        <a:lstStyle/>
        <a:p>
          <a:r>
            <a:rPr lang="en-US" b="0" i="0" baseline="0"/>
            <a:t>Encourages accountability without blame</a:t>
          </a:r>
          <a:endParaRPr lang="en-US"/>
        </a:p>
      </dgm:t>
    </dgm:pt>
    <dgm:pt modelId="{6B8E7B95-DFD2-41B9-BB90-4FE1FD354276}" type="parTrans" cxnId="{74EBF459-7A55-4EAA-8D8C-858808A416DF}">
      <dgm:prSet/>
      <dgm:spPr/>
      <dgm:t>
        <a:bodyPr/>
        <a:lstStyle/>
        <a:p>
          <a:endParaRPr lang="en-US"/>
        </a:p>
      </dgm:t>
    </dgm:pt>
    <dgm:pt modelId="{76C47745-CBCF-4482-9D6F-C4476576603E}" type="sibTrans" cxnId="{74EBF459-7A55-4EAA-8D8C-858808A416DF}">
      <dgm:prSet/>
      <dgm:spPr/>
      <dgm:t>
        <a:bodyPr/>
        <a:lstStyle/>
        <a:p>
          <a:endParaRPr lang="en-US"/>
        </a:p>
      </dgm:t>
    </dgm:pt>
    <dgm:pt modelId="{8A9AAA01-2ADF-4E8E-9D38-017B953F2219}">
      <dgm:prSet/>
      <dgm:spPr/>
      <dgm:t>
        <a:bodyPr/>
        <a:lstStyle/>
        <a:p>
          <a:r>
            <a:rPr lang="en-US" b="0" i="0" baseline="0"/>
            <a:t>Focuses on learning from failures rather than punishing individuals</a:t>
          </a:r>
          <a:endParaRPr lang="en-US"/>
        </a:p>
      </dgm:t>
    </dgm:pt>
    <dgm:pt modelId="{665D8A14-BCE8-4736-B57E-BDB5129C8AFB}" type="parTrans" cxnId="{1F4ED8E8-17CF-43B6-BB2E-4C471E37C0B1}">
      <dgm:prSet/>
      <dgm:spPr/>
      <dgm:t>
        <a:bodyPr/>
        <a:lstStyle/>
        <a:p>
          <a:endParaRPr lang="en-US"/>
        </a:p>
      </dgm:t>
    </dgm:pt>
    <dgm:pt modelId="{CF4121E7-9E10-4915-B735-973A9F9F62FA}" type="sibTrans" cxnId="{1F4ED8E8-17CF-43B6-BB2E-4C471E37C0B1}">
      <dgm:prSet/>
      <dgm:spPr/>
      <dgm:t>
        <a:bodyPr/>
        <a:lstStyle/>
        <a:p>
          <a:endParaRPr lang="en-US"/>
        </a:p>
      </dgm:t>
    </dgm:pt>
    <dgm:pt modelId="{A451EFC6-37DB-4A4D-BABF-AD07D2858E6F}">
      <dgm:prSet/>
      <dgm:spPr/>
      <dgm:t>
        <a:bodyPr/>
        <a:lstStyle/>
        <a:p>
          <a:r>
            <a:rPr lang="en-US" b="0" i="0" baseline="0"/>
            <a:t>Supports psychological safety, transparency, and continuous improvement</a:t>
          </a:r>
          <a:endParaRPr lang="en-US"/>
        </a:p>
      </dgm:t>
    </dgm:pt>
    <dgm:pt modelId="{AA847705-81DD-45C8-A29B-897F9E66C730}" type="parTrans" cxnId="{9908A5EC-E70B-4C39-BA4D-B745B26F3455}">
      <dgm:prSet/>
      <dgm:spPr/>
      <dgm:t>
        <a:bodyPr/>
        <a:lstStyle/>
        <a:p>
          <a:endParaRPr lang="en-US"/>
        </a:p>
      </dgm:t>
    </dgm:pt>
    <dgm:pt modelId="{831EE8C3-A8C5-4F75-95BC-A37BC1BB4E1C}" type="sibTrans" cxnId="{9908A5EC-E70B-4C39-BA4D-B745B26F3455}">
      <dgm:prSet/>
      <dgm:spPr/>
      <dgm:t>
        <a:bodyPr/>
        <a:lstStyle/>
        <a:p>
          <a:endParaRPr lang="en-US"/>
        </a:p>
      </dgm:t>
    </dgm:pt>
    <dgm:pt modelId="{1BF20BC8-474D-4EA0-97AD-B7D9382A89E1}">
      <dgm:prSet/>
      <dgm:spPr/>
      <dgm:t>
        <a:bodyPr/>
        <a:lstStyle/>
        <a:p>
          <a:r>
            <a:rPr lang="en-US" b="0" i="0" baseline="0"/>
            <a:t>Critical to DevOps because teams must experiment, deploy quickly, and recover from failures</a:t>
          </a:r>
          <a:endParaRPr lang="en-US"/>
        </a:p>
      </dgm:t>
    </dgm:pt>
    <dgm:pt modelId="{4E6611C5-BE7A-4179-90EB-FD600BBEC977}" type="parTrans" cxnId="{2D164C09-C1F1-41D7-AC29-8FB1D10813EA}">
      <dgm:prSet/>
      <dgm:spPr/>
      <dgm:t>
        <a:bodyPr/>
        <a:lstStyle/>
        <a:p>
          <a:endParaRPr lang="en-US"/>
        </a:p>
      </dgm:t>
    </dgm:pt>
    <dgm:pt modelId="{4A1040CD-6C4E-4E0F-BE57-7F9BA8E4386B}" type="sibTrans" cxnId="{2D164C09-C1F1-41D7-AC29-8FB1D10813EA}">
      <dgm:prSet/>
      <dgm:spPr/>
      <dgm:t>
        <a:bodyPr/>
        <a:lstStyle/>
        <a:p>
          <a:endParaRPr lang="en-US"/>
        </a:p>
      </dgm:t>
    </dgm:pt>
    <dgm:pt modelId="{11A95691-6597-421B-9819-3921B8FEDF58}" type="pres">
      <dgm:prSet presAssocID="{6381EFEB-F070-42DE-9E44-C0084C237B19}" presName="matrix" presStyleCnt="0">
        <dgm:presLayoutVars>
          <dgm:chMax val="1"/>
          <dgm:dir/>
          <dgm:resizeHandles val="exact"/>
        </dgm:presLayoutVars>
      </dgm:prSet>
      <dgm:spPr/>
    </dgm:pt>
    <dgm:pt modelId="{92106407-9241-4700-8B67-E9F409682B24}" type="pres">
      <dgm:prSet presAssocID="{6381EFEB-F070-42DE-9E44-C0084C237B19}" presName="diamond" presStyleLbl="bgShp" presStyleIdx="0" presStyleCnt="1"/>
      <dgm:spPr/>
    </dgm:pt>
    <dgm:pt modelId="{F00D331B-E115-45E1-9B5E-336DF8CD9BD4}" type="pres">
      <dgm:prSet presAssocID="{6381EFEB-F070-42DE-9E44-C0084C237B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B8D8E72-B739-4FB2-B768-7C68022D63AB}" type="pres">
      <dgm:prSet presAssocID="{6381EFEB-F070-42DE-9E44-C0084C237B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4618769-89F9-4F9B-B41B-5910B67031A8}" type="pres">
      <dgm:prSet presAssocID="{6381EFEB-F070-42DE-9E44-C0084C237B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54273CA-3404-4503-B1DD-7FAF4124EC05}" type="pres">
      <dgm:prSet presAssocID="{6381EFEB-F070-42DE-9E44-C0084C237B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D164C09-C1F1-41D7-AC29-8FB1D10813EA}" srcId="{6381EFEB-F070-42DE-9E44-C0084C237B19}" destId="{1BF20BC8-474D-4EA0-97AD-B7D9382A89E1}" srcOrd="3" destOrd="0" parTransId="{4E6611C5-BE7A-4179-90EB-FD600BBEC977}" sibTransId="{4A1040CD-6C4E-4E0F-BE57-7F9BA8E4386B}"/>
    <dgm:cxn modelId="{D3B82C0A-F9DA-4B60-8684-54866192AA49}" type="presOf" srcId="{A451EFC6-37DB-4A4D-BABF-AD07D2858E6F}" destId="{54618769-89F9-4F9B-B41B-5910B67031A8}" srcOrd="0" destOrd="0" presId="urn:microsoft.com/office/officeart/2005/8/layout/matrix3"/>
    <dgm:cxn modelId="{A0315D75-DB59-43A8-828C-F2C36C1A656F}" type="presOf" srcId="{6381EFEB-F070-42DE-9E44-C0084C237B19}" destId="{11A95691-6597-421B-9819-3921B8FEDF58}" srcOrd="0" destOrd="0" presId="urn:microsoft.com/office/officeart/2005/8/layout/matrix3"/>
    <dgm:cxn modelId="{FFC79B59-5BE1-449F-A7AD-16FC5137F099}" type="presOf" srcId="{8A9AAA01-2ADF-4E8E-9D38-017B953F2219}" destId="{9B8D8E72-B739-4FB2-B768-7C68022D63AB}" srcOrd="0" destOrd="0" presId="urn:microsoft.com/office/officeart/2005/8/layout/matrix3"/>
    <dgm:cxn modelId="{74EBF459-7A55-4EAA-8D8C-858808A416DF}" srcId="{6381EFEB-F070-42DE-9E44-C0084C237B19}" destId="{E451E637-B6D8-4D5E-B466-EBE030461FF8}" srcOrd="0" destOrd="0" parTransId="{6B8E7B95-DFD2-41B9-BB90-4FE1FD354276}" sibTransId="{76C47745-CBCF-4482-9D6F-C4476576603E}"/>
    <dgm:cxn modelId="{741CC984-30A0-4E2B-8312-A2508928CC34}" type="presOf" srcId="{E451E637-B6D8-4D5E-B466-EBE030461FF8}" destId="{F00D331B-E115-45E1-9B5E-336DF8CD9BD4}" srcOrd="0" destOrd="0" presId="urn:microsoft.com/office/officeart/2005/8/layout/matrix3"/>
    <dgm:cxn modelId="{0B3DD3AF-5C08-4015-B47F-41F14E3B9CD1}" type="presOf" srcId="{1BF20BC8-474D-4EA0-97AD-B7D9382A89E1}" destId="{954273CA-3404-4503-B1DD-7FAF4124EC05}" srcOrd="0" destOrd="0" presId="urn:microsoft.com/office/officeart/2005/8/layout/matrix3"/>
    <dgm:cxn modelId="{1F4ED8E8-17CF-43B6-BB2E-4C471E37C0B1}" srcId="{6381EFEB-F070-42DE-9E44-C0084C237B19}" destId="{8A9AAA01-2ADF-4E8E-9D38-017B953F2219}" srcOrd="1" destOrd="0" parTransId="{665D8A14-BCE8-4736-B57E-BDB5129C8AFB}" sibTransId="{CF4121E7-9E10-4915-B735-973A9F9F62FA}"/>
    <dgm:cxn modelId="{9908A5EC-E70B-4C39-BA4D-B745B26F3455}" srcId="{6381EFEB-F070-42DE-9E44-C0084C237B19}" destId="{A451EFC6-37DB-4A4D-BABF-AD07D2858E6F}" srcOrd="2" destOrd="0" parTransId="{AA847705-81DD-45C8-A29B-897F9E66C730}" sibTransId="{831EE8C3-A8C5-4F75-95BC-A37BC1BB4E1C}"/>
    <dgm:cxn modelId="{8613C8FB-FFC0-48C2-90C6-C127BB268E7A}" type="presParOf" srcId="{11A95691-6597-421B-9819-3921B8FEDF58}" destId="{92106407-9241-4700-8B67-E9F409682B24}" srcOrd="0" destOrd="0" presId="urn:microsoft.com/office/officeart/2005/8/layout/matrix3"/>
    <dgm:cxn modelId="{A3E91EAD-216E-420E-8459-A15E2D03FCAA}" type="presParOf" srcId="{11A95691-6597-421B-9819-3921B8FEDF58}" destId="{F00D331B-E115-45E1-9B5E-336DF8CD9BD4}" srcOrd="1" destOrd="0" presId="urn:microsoft.com/office/officeart/2005/8/layout/matrix3"/>
    <dgm:cxn modelId="{F4B0B960-00C8-41B4-B50C-5D9A7173CA0A}" type="presParOf" srcId="{11A95691-6597-421B-9819-3921B8FEDF58}" destId="{9B8D8E72-B739-4FB2-B768-7C68022D63AB}" srcOrd="2" destOrd="0" presId="urn:microsoft.com/office/officeart/2005/8/layout/matrix3"/>
    <dgm:cxn modelId="{0871B850-F01D-41F8-B764-71E46DC51BE8}" type="presParOf" srcId="{11A95691-6597-421B-9819-3921B8FEDF58}" destId="{54618769-89F9-4F9B-B41B-5910B67031A8}" srcOrd="3" destOrd="0" presId="urn:microsoft.com/office/officeart/2005/8/layout/matrix3"/>
    <dgm:cxn modelId="{F8FECA2B-D97B-444F-BD57-769AB7089250}" type="presParOf" srcId="{11A95691-6597-421B-9819-3921B8FEDF58}" destId="{954273CA-3404-4503-B1DD-7FAF4124EC0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841133-5990-4A20-BFB5-40082CBB62D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435E09-491E-463C-825D-46F4D4CC33CA}">
      <dgm:prSet/>
      <dgm:spPr/>
      <dgm:t>
        <a:bodyPr/>
        <a:lstStyle/>
        <a:p>
          <a:r>
            <a:rPr lang="en-US" b="0" i="0" baseline="0"/>
            <a:t>Employees avoid reporting issues due to fear of punishment</a:t>
          </a:r>
          <a:endParaRPr lang="en-US"/>
        </a:p>
      </dgm:t>
    </dgm:pt>
    <dgm:pt modelId="{92EAC74E-A7C2-4DF0-9143-1EDA85E1E840}" type="parTrans" cxnId="{D426358F-19BA-40F3-9264-8618CEB918CC}">
      <dgm:prSet/>
      <dgm:spPr/>
      <dgm:t>
        <a:bodyPr/>
        <a:lstStyle/>
        <a:p>
          <a:endParaRPr lang="en-US"/>
        </a:p>
      </dgm:t>
    </dgm:pt>
    <dgm:pt modelId="{5016E540-814E-4182-A3DD-CD803E04F962}" type="sibTrans" cxnId="{D426358F-19BA-40F3-9264-8618CEB918CC}">
      <dgm:prSet/>
      <dgm:spPr/>
      <dgm:t>
        <a:bodyPr/>
        <a:lstStyle/>
        <a:p>
          <a:endParaRPr lang="en-US"/>
        </a:p>
      </dgm:t>
    </dgm:pt>
    <dgm:pt modelId="{943EFCB6-65CD-45BE-BD13-8E9FDD3669B6}">
      <dgm:prSet/>
      <dgm:spPr/>
      <dgm:t>
        <a:bodyPr/>
        <a:lstStyle/>
        <a:p>
          <a:r>
            <a:rPr lang="en-US" b="0" i="0" baseline="0"/>
            <a:t>Blame is often placed on individuals instead of systems</a:t>
          </a:r>
          <a:endParaRPr lang="en-US"/>
        </a:p>
      </dgm:t>
    </dgm:pt>
    <dgm:pt modelId="{5C8ADE4F-8A2B-420A-8D62-15044F6B57DC}" type="parTrans" cxnId="{A9E88F96-2B61-45A0-9830-5D270F7ADC14}">
      <dgm:prSet/>
      <dgm:spPr/>
      <dgm:t>
        <a:bodyPr/>
        <a:lstStyle/>
        <a:p>
          <a:endParaRPr lang="en-US"/>
        </a:p>
      </dgm:t>
    </dgm:pt>
    <dgm:pt modelId="{B718E453-1E33-482B-8F98-19A8A0ACD320}" type="sibTrans" cxnId="{A9E88F96-2B61-45A0-9830-5D270F7ADC14}">
      <dgm:prSet/>
      <dgm:spPr/>
      <dgm:t>
        <a:bodyPr/>
        <a:lstStyle/>
        <a:p>
          <a:endParaRPr lang="en-US"/>
        </a:p>
      </dgm:t>
    </dgm:pt>
    <dgm:pt modelId="{C62B879F-CB43-4230-B0AC-9276AEF8EFAC}">
      <dgm:prSet/>
      <dgm:spPr/>
      <dgm:t>
        <a:bodyPr/>
        <a:lstStyle/>
        <a:p>
          <a:r>
            <a:rPr lang="en-US" b="0" i="0" baseline="0"/>
            <a:t>Leadership behaviors may reinforce fear rather than learning</a:t>
          </a:r>
          <a:endParaRPr lang="en-US"/>
        </a:p>
      </dgm:t>
    </dgm:pt>
    <dgm:pt modelId="{DE1BFB98-E442-47EC-844F-040F70A0EEE6}" type="parTrans" cxnId="{7DC2C80A-07A6-4A05-B964-A824DFB10A5E}">
      <dgm:prSet/>
      <dgm:spPr/>
      <dgm:t>
        <a:bodyPr/>
        <a:lstStyle/>
        <a:p>
          <a:endParaRPr lang="en-US"/>
        </a:p>
      </dgm:t>
    </dgm:pt>
    <dgm:pt modelId="{F3AF3037-1E52-4D82-A41C-BDBEAB9A1E05}" type="sibTrans" cxnId="{7DC2C80A-07A6-4A05-B964-A824DFB10A5E}">
      <dgm:prSet/>
      <dgm:spPr/>
      <dgm:t>
        <a:bodyPr/>
        <a:lstStyle/>
        <a:p>
          <a:endParaRPr lang="en-US"/>
        </a:p>
      </dgm:t>
    </dgm:pt>
    <dgm:pt modelId="{78D82396-1C4B-4099-8C66-BE55D8685F37}">
      <dgm:prSet/>
      <dgm:spPr/>
      <dgm:t>
        <a:bodyPr/>
        <a:lstStyle/>
        <a:p>
          <a:r>
            <a:rPr lang="en-US" b="0" i="0" baseline="0"/>
            <a:t>Reduces transparency and delays discovering critical failures</a:t>
          </a:r>
          <a:endParaRPr lang="en-US"/>
        </a:p>
      </dgm:t>
    </dgm:pt>
    <dgm:pt modelId="{FDE60DFE-CF95-4BEA-A81F-E3CD6087782E}" type="parTrans" cxnId="{944A0D9F-6BEA-446B-AE7B-1E3D5203A89C}">
      <dgm:prSet/>
      <dgm:spPr/>
      <dgm:t>
        <a:bodyPr/>
        <a:lstStyle/>
        <a:p>
          <a:endParaRPr lang="en-US"/>
        </a:p>
      </dgm:t>
    </dgm:pt>
    <dgm:pt modelId="{D90273CA-2CD6-477D-BD8D-8D861D65CEE6}" type="sibTrans" cxnId="{944A0D9F-6BEA-446B-AE7B-1E3D5203A89C}">
      <dgm:prSet/>
      <dgm:spPr/>
      <dgm:t>
        <a:bodyPr/>
        <a:lstStyle/>
        <a:p>
          <a:endParaRPr lang="en-US"/>
        </a:p>
      </dgm:t>
    </dgm:pt>
    <dgm:pt modelId="{44E49514-3C44-42FF-A905-A47F08AAD606}" type="pres">
      <dgm:prSet presAssocID="{12841133-5990-4A20-BFB5-40082CBB62D3}" presName="outerComposite" presStyleCnt="0">
        <dgm:presLayoutVars>
          <dgm:chMax val="5"/>
          <dgm:dir/>
          <dgm:resizeHandles val="exact"/>
        </dgm:presLayoutVars>
      </dgm:prSet>
      <dgm:spPr/>
    </dgm:pt>
    <dgm:pt modelId="{8E6BE10B-A936-4654-929F-2D59779868AC}" type="pres">
      <dgm:prSet presAssocID="{12841133-5990-4A20-BFB5-40082CBB62D3}" presName="dummyMaxCanvas" presStyleCnt="0">
        <dgm:presLayoutVars/>
      </dgm:prSet>
      <dgm:spPr/>
    </dgm:pt>
    <dgm:pt modelId="{6464CC40-7C3A-4EC4-BF19-86D917E69B34}" type="pres">
      <dgm:prSet presAssocID="{12841133-5990-4A20-BFB5-40082CBB62D3}" presName="FourNodes_1" presStyleLbl="node1" presStyleIdx="0" presStyleCnt="4">
        <dgm:presLayoutVars>
          <dgm:bulletEnabled val="1"/>
        </dgm:presLayoutVars>
      </dgm:prSet>
      <dgm:spPr/>
    </dgm:pt>
    <dgm:pt modelId="{E46B740A-C817-4D97-91BB-F160CD7476CB}" type="pres">
      <dgm:prSet presAssocID="{12841133-5990-4A20-BFB5-40082CBB62D3}" presName="FourNodes_2" presStyleLbl="node1" presStyleIdx="1" presStyleCnt="4">
        <dgm:presLayoutVars>
          <dgm:bulletEnabled val="1"/>
        </dgm:presLayoutVars>
      </dgm:prSet>
      <dgm:spPr/>
    </dgm:pt>
    <dgm:pt modelId="{16EE28AE-458E-482A-9ADD-E5879363BE46}" type="pres">
      <dgm:prSet presAssocID="{12841133-5990-4A20-BFB5-40082CBB62D3}" presName="FourNodes_3" presStyleLbl="node1" presStyleIdx="2" presStyleCnt="4">
        <dgm:presLayoutVars>
          <dgm:bulletEnabled val="1"/>
        </dgm:presLayoutVars>
      </dgm:prSet>
      <dgm:spPr/>
    </dgm:pt>
    <dgm:pt modelId="{62D7EC6C-4BD3-4849-9295-208A143EA94A}" type="pres">
      <dgm:prSet presAssocID="{12841133-5990-4A20-BFB5-40082CBB62D3}" presName="FourNodes_4" presStyleLbl="node1" presStyleIdx="3" presStyleCnt="4">
        <dgm:presLayoutVars>
          <dgm:bulletEnabled val="1"/>
        </dgm:presLayoutVars>
      </dgm:prSet>
      <dgm:spPr/>
    </dgm:pt>
    <dgm:pt modelId="{99C736FE-8597-497B-98CB-8B16DFD9B2D3}" type="pres">
      <dgm:prSet presAssocID="{12841133-5990-4A20-BFB5-40082CBB62D3}" presName="FourConn_1-2" presStyleLbl="fgAccFollowNode1" presStyleIdx="0" presStyleCnt="3">
        <dgm:presLayoutVars>
          <dgm:bulletEnabled val="1"/>
        </dgm:presLayoutVars>
      </dgm:prSet>
      <dgm:spPr/>
    </dgm:pt>
    <dgm:pt modelId="{AEB0B3F9-ED6F-4F27-BDC7-255F907F7703}" type="pres">
      <dgm:prSet presAssocID="{12841133-5990-4A20-BFB5-40082CBB62D3}" presName="FourConn_2-3" presStyleLbl="fgAccFollowNode1" presStyleIdx="1" presStyleCnt="3">
        <dgm:presLayoutVars>
          <dgm:bulletEnabled val="1"/>
        </dgm:presLayoutVars>
      </dgm:prSet>
      <dgm:spPr/>
    </dgm:pt>
    <dgm:pt modelId="{BC8897D3-79DA-4D57-9A91-B6324D39F33C}" type="pres">
      <dgm:prSet presAssocID="{12841133-5990-4A20-BFB5-40082CBB62D3}" presName="FourConn_3-4" presStyleLbl="fgAccFollowNode1" presStyleIdx="2" presStyleCnt="3">
        <dgm:presLayoutVars>
          <dgm:bulletEnabled val="1"/>
        </dgm:presLayoutVars>
      </dgm:prSet>
      <dgm:spPr/>
    </dgm:pt>
    <dgm:pt modelId="{B4855639-EF6E-4155-802B-8854B3787338}" type="pres">
      <dgm:prSet presAssocID="{12841133-5990-4A20-BFB5-40082CBB62D3}" presName="FourNodes_1_text" presStyleLbl="node1" presStyleIdx="3" presStyleCnt="4">
        <dgm:presLayoutVars>
          <dgm:bulletEnabled val="1"/>
        </dgm:presLayoutVars>
      </dgm:prSet>
      <dgm:spPr/>
    </dgm:pt>
    <dgm:pt modelId="{5C7D138F-D15E-46C4-ABBA-06CECF0BEDAA}" type="pres">
      <dgm:prSet presAssocID="{12841133-5990-4A20-BFB5-40082CBB62D3}" presName="FourNodes_2_text" presStyleLbl="node1" presStyleIdx="3" presStyleCnt="4">
        <dgm:presLayoutVars>
          <dgm:bulletEnabled val="1"/>
        </dgm:presLayoutVars>
      </dgm:prSet>
      <dgm:spPr/>
    </dgm:pt>
    <dgm:pt modelId="{7507D2DE-FF9A-41F7-B421-15317080DB75}" type="pres">
      <dgm:prSet presAssocID="{12841133-5990-4A20-BFB5-40082CBB62D3}" presName="FourNodes_3_text" presStyleLbl="node1" presStyleIdx="3" presStyleCnt="4">
        <dgm:presLayoutVars>
          <dgm:bulletEnabled val="1"/>
        </dgm:presLayoutVars>
      </dgm:prSet>
      <dgm:spPr/>
    </dgm:pt>
    <dgm:pt modelId="{40451FE8-FA73-4C52-B954-5C0D7C29CECD}" type="pres">
      <dgm:prSet presAssocID="{12841133-5990-4A20-BFB5-40082CBB62D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7DB5603-941F-4FA4-B162-B9CB46D0B5A0}" type="presOf" srcId="{54435E09-491E-463C-825D-46F4D4CC33CA}" destId="{6464CC40-7C3A-4EC4-BF19-86D917E69B34}" srcOrd="0" destOrd="0" presId="urn:microsoft.com/office/officeart/2005/8/layout/vProcess5"/>
    <dgm:cxn modelId="{37E8BD09-BAA6-4C0B-8C57-16F5FF054690}" type="presOf" srcId="{5016E540-814E-4182-A3DD-CD803E04F962}" destId="{99C736FE-8597-497B-98CB-8B16DFD9B2D3}" srcOrd="0" destOrd="0" presId="urn:microsoft.com/office/officeart/2005/8/layout/vProcess5"/>
    <dgm:cxn modelId="{80B3970A-1ED9-4127-B9D8-0977B0A790D1}" type="presOf" srcId="{78D82396-1C4B-4099-8C66-BE55D8685F37}" destId="{62D7EC6C-4BD3-4849-9295-208A143EA94A}" srcOrd="0" destOrd="0" presId="urn:microsoft.com/office/officeart/2005/8/layout/vProcess5"/>
    <dgm:cxn modelId="{7DC2C80A-07A6-4A05-B964-A824DFB10A5E}" srcId="{12841133-5990-4A20-BFB5-40082CBB62D3}" destId="{C62B879F-CB43-4230-B0AC-9276AEF8EFAC}" srcOrd="2" destOrd="0" parTransId="{DE1BFB98-E442-47EC-844F-040F70A0EEE6}" sibTransId="{F3AF3037-1E52-4D82-A41C-BDBEAB9A1E05}"/>
    <dgm:cxn modelId="{EDF0B70B-0B59-477C-AC92-4278DB210348}" type="presOf" srcId="{943EFCB6-65CD-45BE-BD13-8E9FDD3669B6}" destId="{E46B740A-C817-4D97-91BB-F160CD7476CB}" srcOrd="0" destOrd="0" presId="urn:microsoft.com/office/officeart/2005/8/layout/vProcess5"/>
    <dgm:cxn modelId="{393C9527-799D-4B34-95A0-CF694C9C86C7}" type="presOf" srcId="{C62B879F-CB43-4230-B0AC-9276AEF8EFAC}" destId="{7507D2DE-FF9A-41F7-B421-15317080DB75}" srcOrd="1" destOrd="0" presId="urn:microsoft.com/office/officeart/2005/8/layout/vProcess5"/>
    <dgm:cxn modelId="{7194FF5D-87D3-49C4-AB0E-0A4969782F16}" type="presOf" srcId="{12841133-5990-4A20-BFB5-40082CBB62D3}" destId="{44E49514-3C44-42FF-A905-A47F08AAD606}" srcOrd="0" destOrd="0" presId="urn:microsoft.com/office/officeart/2005/8/layout/vProcess5"/>
    <dgm:cxn modelId="{DCF9156E-4319-4D41-84D8-5A7E0001D9EB}" type="presOf" srcId="{F3AF3037-1E52-4D82-A41C-BDBEAB9A1E05}" destId="{BC8897D3-79DA-4D57-9A91-B6324D39F33C}" srcOrd="0" destOrd="0" presId="urn:microsoft.com/office/officeart/2005/8/layout/vProcess5"/>
    <dgm:cxn modelId="{C7553278-4243-49CA-B34C-7CC5841BDC0F}" type="presOf" srcId="{B718E453-1E33-482B-8F98-19A8A0ACD320}" destId="{AEB0B3F9-ED6F-4F27-BDC7-255F907F7703}" srcOrd="0" destOrd="0" presId="urn:microsoft.com/office/officeart/2005/8/layout/vProcess5"/>
    <dgm:cxn modelId="{D426358F-19BA-40F3-9264-8618CEB918CC}" srcId="{12841133-5990-4A20-BFB5-40082CBB62D3}" destId="{54435E09-491E-463C-825D-46F4D4CC33CA}" srcOrd="0" destOrd="0" parTransId="{92EAC74E-A7C2-4DF0-9143-1EDA85E1E840}" sibTransId="{5016E540-814E-4182-A3DD-CD803E04F962}"/>
    <dgm:cxn modelId="{A9E88F96-2B61-45A0-9830-5D270F7ADC14}" srcId="{12841133-5990-4A20-BFB5-40082CBB62D3}" destId="{943EFCB6-65CD-45BE-BD13-8E9FDD3669B6}" srcOrd="1" destOrd="0" parTransId="{5C8ADE4F-8A2B-420A-8D62-15044F6B57DC}" sibTransId="{B718E453-1E33-482B-8F98-19A8A0ACD320}"/>
    <dgm:cxn modelId="{F8832499-3C46-4FDB-99C0-07A0C4AFF0DD}" type="presOf" srcId="{78D82396-1C4B-4099-8C66-BE55D8685F37}" destId="{40451FE8-FA73-4C52-B954-5C0D7C29CECD}" srcOrd="1" destOrd="0" presId="urn:microsoft.com/office/officeart/2005/8/layout/vProcess5"/>
    <dgm:cxn modelId="{944A0D9F-6BEA-446B-AE7B-1E3D5203A89C}" srcId="{12841133-5990-4A20-BFB5-40082CBB62D3}" destId="{78D82396-1C4B-4099-8C66-BE55D8685F37}" srcOrd="3" destOrd="0" parTransId="{FDE60DFE-CF95-4BEA-A81F-E3CD6087782E}" sibTransId="{D90273CA-2CD6-477D-BD8D-8D861D65CEE6}"/>
    <dgm:cxn modelId="{CB44A0BA-DA4D-44A0-953E-A6D9C0EC6985}" type="presOf" srcId="{943EFCB6-65CD-45BE-BD13-8E9FDD3669B6}" destId="{5C7D138F-D15E-46C4-ABBA-06CECF0BEDAA}" srcOrd="1" destOrd="0" presId="urn:microsoft.com/office/officeart/2005/8/layout/vProcess5"/>
    <dgm:cxn modelId="{F1B14CE5-D32D-4803-ACA3-A00093734A74}" type="presOf" srcId="{54435E09-491E-463C-825D-46F4D4CC33CA}" destId="{B4855639-EF6E-4155-802B-8854B3787338}" srcOrd="1" destOrd="0" presId="urn:microsoft.com/office/officeart/2005/8/layout/vProcess5"/>
    <dgm:cxn modelId="{10B27DEB-B806-42CC-8B56-B161B3D0C5D0}" type="presOf" srcId="{C62B879F-CB43-4230-B0AC-9276AEF8EFAC}" destId="{16EE28AE-458E-482A-9ADD-E5879363BE46}" srcOrd="0" destOrd="0" presId="urn:microsoft.com/office/officeart/2005/8/layout/vProcess5"/>
    <dgm:cxn modelId="{62420534-BC03-4540-9C91-22CE3B94098B}" type="presParOf" srcId="{44E49514-3C44-42FF-A905-A47F08AAD606}" destId="{8E6BE10B-A936-4654-929F-2D59779868AC}" srcOrd="0" destOrd="0" presId="urn:microsoft.com/office/officeart/2005/8/layout/vProcess5"/>
    <dgm:cxn modelId="{0918E1C6-ADA7-408D-B849-58CB9ED7F49E}" type="presParOf" srcId="{44E49514-3C44-42FF-A905-A47F08AAD606}" destId="{6464CC40-7C3A-4EC4-BF19-86D917E69B34}" srcOrd="1" destOrd="0" presId="urn:microsoft.com/office/officeart/2005/8/layout/vProcess5"/>
    <dgm:cxn modelId="{5D435895-BB20-4DC4-ACB6-76F7B466E566}" type="presParOf" srcId="{44E49514-3C44-42FF-A905-A47F08AAD606}" destId="{E46B740A-C817-4D97-91BB-F160CD7476CB}" srcOrd="2" destOrd="0" presId="urn:microsoft.com/office/officeart/2005/8/layout/vProcess5"/>
    <dgm:cxn modelId="{54D2D5ED-9D81-4D18-BD38-0D800E4D7F57}" type="presParOf" srcId="{44E49514-3C44-42FF-A905-A47F08AAD606}" destId="{16EE28AE-458E-482A-9ADD-E5879363BE46}" srcOrd="3" destOrd="0" presId="urn:microsoft.com/office/officeart/2005/8/layout/vProcess5"/>
    <dgm:cxn modelId="{BE730CE0-D2BE-4E5F-903E-36DDDFB62D52}" type="presParOf" srcId="{44E49514-3C44-42FF-A905-A47F08AAD606}" destId="{62D7EC6C-4BD3-4849-9295-208A143EA94A}" srcOrd="4" destOrd="0" presId="urn:microsoft.com/office/officeart/2005/8/layout/vProcess5"/>
    <dgm:cxn modelId="{25BD9A45-EEC5-4932-A232-6272AAE4439E}" type="presParOf" srcId="{44E49514-3C44-42FF-A905-A47F08AAD606}" destId="{99C736FE-8597-497B-98CB-8B16DFD9B2D3}" srcOrd="5" destOrd="0" presId="urn:microsoft.com/office/officeart/2005/8/layout/vProcess5"/>
    <dgm:cxn modelId="{8A6FABF3-40BD-434E-B0BA-3D1958357A1B}" type="presParOf" srcId="{44E49514-3C44-42FF-A905-A47F08AAD606}" destId="{AEB0B3F9-ED6F-4F27-BDC7-255F907F7703}" srcOrd="6" destOrd="0" presId="urn:microsoft.com/office/officeart/2005/8/layout/vProcess5"/>
    <dgm:cxn modelId="{BCF5AE9B-51B7-4A85-9F82-DF60F8B206EA}" type="presParOf" srcId="{44E49514-3C44-42FF-A905-A47F08AAD606}" destId="{BC8897D3-79DA-4D57-9A91-B6324D39F33C}" srcOrd="7" destOrd="0" presId="urn:microsoft.com/office/officeart/2005/8/layout/vProcess5"/>
    <dgm:cxn modelId="{27629931-8804-426E-8304-F89DA029E945}" type="presParOf" srcId="{44E49514-3C44-42FF-A905-A47F08AAD606}" destId="{B4855639-EF6E-4155-802B-8854B3787338}" srcOrd="8" destOrd="0" presId="urn:microsoft.com/office/officeart/2005/8/layout/vProcess5"/>
    <dgm:cxn modelId="{1286BDA7-C56C-4961-ADA9-3A7AA3E4AF1D}" type="presParOf" srcId="{44E49514-3C44-42FF-A905-A47F08AAD606}" destId="{5C7D138F-D15E-46C4-ABBA-06CECF0BEDAA}" srcOrd="9" destOrd="0" presId="urn:microsoft.com/office/officeart/2005/8/layout/vProcess5"/>
    <dgm:cxn modelId="{CD6CB989-2B16-4F01-A23C-5F073BCBE069}" type="presParOf" srcId="{44E49514-3C44-42FF-A905-A47F08AAD606}" destId="{7507D2DE-FF9A-41F7-B421-15317080DB75}" srcOrd="10" destOrd="0" presId="urn:microsoft.com/office/officeart/2005/8/layout/vProcess5"/>
    <dgm:cxn modelId="{A67C6574-0B3C-420C-AF8F-CF0FAE6615FD}" type="presParOf" srcId="{44E49514-3C44-42FF-A905-A47F08AAD606}" destId="{40451FE8-FA73-4C52-B954-5C0D7C29CEC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FF8B70-8CA6-4DB8-8F4B-8189617F66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9DFB9185-1926-4479-ADE9-AB14FE0484D7}">
      <dgm:prSet/>
      <dgm:spPr/>
      <dgm:t>
        <a:bodyPr/>
        <a:lstStyle/>
        <a:p>
          <a:pPr>
            <a:defRPr cap="all"/>
          </a:pPr>
          <a:r>
            <a:rPr lang="en-US" b="0" i="0" baseline="0"/>
            <a:t>Teams do not feel safe to speak up, challenge decisions, or admit mistakes</a:t>
          </a:r>
          <a:endParaRPr lang="en-US"/>
        </a:p>
      </dgm:t>
    </dgm:pt>
    <dgm:pt modelId="{EF27E04E-36F5-439E-8DE3-51BB9916142F}" type="parTrans" cxnId="{189EB3CE-2B0F-4570-A5DE-2EEA7CEC940E}">
      <dgm:prSet/>
      <dgm:spPr/>
      <dgm:t>
        <a:bodyPr/>
        <a:lstStyle/>
        <a:p>
          <a:endParaRPr lang="en-US"/>
        </a:p>
      </dgm:t>
    </dgm:pt>
    <dgm:pt modelId="{9F7FC52F-B831-4EB6-93BE-5DA6247D7AF3}" type="sibTrans" cxnId="{189EB3CE-2B0F-4570-A5DE-2EEA7CEC940E}">
      <dgm:prSet/>
      <dgm:spPr/>
      <dgm:t>
        <a:bodyPr/>
        <a:lstStyle/>
        <a:p>
          <a:endParaRPr lang="en-US"/>
        </a:p>
      </dgm:t>
    </dgm:pt>
    <dgm:pt modelId="{1F2AEE1B-C2C7-4F30-86F1-AF6E24E447A4}">
      <dgm:prSet/>
      <dgm:spPr/>
      <dgm:t>
        <a:bodyPr/>
        <a:lstStyle/>
        <a:p>
          <a:pPr>
            <a:defRPr cap="all"/>
          </a:pPr>
          <a:r>
            <a:rPr lang="en-US" b="0" i="0" baseline="0"/>
            <a:t>High-pressure environments amplify silence and compliance</a:t>
          </a:r>
          <a:endParaRPr lang="en-US"/>
        </a:p>
      </dgm:t>
    </dgm:pt>
    <dgm:pt modelId="{ECB09909-7CBB-4B55-822E-188AB9B8EB17}" type="parTrans" cxnId="{8B0F0103-4EB1-4AFB-9BBB-10763A2F94E9}">
      <dgm:prSet/>
      <dgm:spPr/>
      <dgm:t>
        <a:bodyPr/>
        <a:lstStyle/>
        <a:p>
          <a:endParaRPr lang="en-US"/>
        </a:p>
      </dgm:t>
    </dgm:pt>
    <dgm:pt modelId="{9A811327-6666-48E1-B300-8B67560195DF}" type="sibTrans" cxnId="{8B0F0103-4EB1-4AFB-9BBB-10763A2F94E9}">
      <dgm:prSet/>
      <dgm:spPr/>
      <dgm:t>
        <a:bodyPr/>
        <a:lstStyle/>
        <a:p>
          <a:endParaRPr lang="en-US"/>
        </a:p>
      </dgm:t>
    </dgm:pt>
    <dgm:pt modelId="{A291E259-4A64-45E4-990F-0458FFA243D3}">
      <dgm:prSet/>
      <dgm:spPr/>
      <dgm:t>
        <a:bodyPr/>
        <a:lstStyle/>
        <a:p>
          <a:pPr>
            <a:defRPr cap="all"/>
          </a:pPr>
          <a:r>
            <a:rPr lang="en-US" b="0" i="0" baseline="0"/>
            <a:t>Psychological safety is essential for innovation and continuous learning</a:t>
          </a:r>
          <a:endParaRPr lang="en-US"/>
        </a:p>
      </dgm:t>
    </dgm:pt>
    <dgm:pt modelId="{3B01FF00-E946-41FF-8F74-EE7E4ECFE93C}" type="parTrans" cxnId="{108E9BAB-79EE-4B25-A9A9-C3C0AF2AC4EB}">
      <dgm:prSet/>
      <dgm:spPr/>
      <dgm:t>
        <a:bodyPr/>
        <a:lstStyle/>
        <a:p>
          <a:endParaRPr lang="en-US"/>
        </a:p>
      </dgm:t>
    </dgm:pt>
    <dgm:pt modelId="{2754373E-59AE-4490-B746-1B6252EB0AB8}" type="sibTrans" cxnId="{108E9BAB-79EE-4B25-A9A9-C3C0AF2AC4EB}">
      <dgm:prSet/>
      <dgm:spPr/>
      <dgm:t>
        <a:bodyPr/>
        <a:lstStyle/>
        <a:p>
          <a:endParaRPr lang="en-US"/>
        </a:p>
      </dgm:t>
    </dgm:pt>
    <dgm:pt modelId="{65701174-C78E-4F5C-BC0F-38CF14AA049A}" type="pres">
      <dgm:prSet presAssocID="{CBFF8B70-8CA6-4DB8-8F4B-8189617F6677}" presName="root" presStyleCnt="0">
        <dgm:presLayoutVars>
          <dgm:dir/>
          <dgm:resizeHandles val="exact"/>
        </dgm:presLayoutVars>
      </dgm:prSet>
      <dgm:spPr/>
    </dgm:pt>
    <dgm:pt modelId="{D2E5E52F-0DE5-4CDE-B289-A24D83685F47}" type="pres">
      <dgm:prSet presAssocID="{9DFB9185-1926-4479-ADE9-AB14FE0484D7}" presName="compNode" presStyleCnt="0"/>
      <dgm:spPr/>
    </dgm:pt>
    <dgm:pt modelId="{EA6E8975-A661-4002-BCE0-54F73A6E9E9C}" type="pres">
      <dgm:prSet presAssocID="{9DFB9185-1926-4479-ADE9-AB14FE0484D7}" presName="iconBgRect" presStyleLbl="bgShp" presStyleIdx="0" presStyleCnt="3"/>
      <dgm:spPr/>
    </dgm:pt>
    <dgm:pt modelId="{578A928A-F1EA-4C65-A283-CAAE90B02931}" type="pres">
      <dgm:prSet presAssocID="{9DFB9185-1926-4479-ADE9-AB14FE0484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E5DB1C7-D037-448B-B71D-A9BCA47551E6}" type="pres">
      <dgm:prSet presAssocID="{9DFB9185-1926-4479-ADE9-AB14FE0484D7}" presName="spaceRect" presStyleCnt="0"/>
      <dgm:spPr/>
    </dgm:pt>
    <dgm:pt modelId="{FEF884AA-21D1-4235-BD2A-75994B83CDDE}" type="pres">
      <dgm:prSet presAssocID="{9DFB9185-1926-4479-ADE9-AB14FE0484D7}" presName="textRect" presStyleLbl="revTx" presStyleIdx="0" presStyleCnt="3">
        <dgm:presLayoutVars>
          <dgm:chMax val="1"/>
          <dgm:chPref val="1"/>
        </dgm:presLayoutVars>
      </dgm:prSet>
      <dgm:spPr/>
    </dgm:pt>
    <dgm:pt modelId="{A42DB7D2-81F8-49F2-946E-FBFB31622578}" type="pres">
      <dgm:prSet presAssocID="{9F7FC52F-B831-4EB6-93BE-5DA6247D7AF3}" presName="sibTrans" presStyleCnt="0"/>
      <dgm:spPr/>
    </dgm:pt>
    <dgm:pt modelId="{61C96590-E768-4D5C-936B-AE1B0EBD44F9}" type="pres">
      <dgm:prSet presAssocID="{1F2AEE1B-C2C7-4F30-86F1-AF6E24E447A4}" presName="compNode" presStyleCnt="0"/>
      <dgm:spPr/>
    </dgm:pt>
    <dgm:pt modelId="{853043EE-DD7A-4DF4-9ED0-5B6640DA4521}" type="pres">
      <dgm:prSet presAssocID="{1F2AEE1B-C2C7-4F30-86F1-AF6E24E447A4}" presName="iconBgRect" presStyleLbl="bgShp" presStyleIdx="1" presStyleCnt="3"/>
      <dgm:spPr/>
    </dgm:pt>
    <dgm:pt modelId="{7B2563A9-E612-4720-91E6-DA2C44088F46}" type="pres">
      <dgm:prSet presAssocID="{1F2AEE1B-C2C7-4F30-86F1-AF6E24E447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ert scene"/>
        </a:ext>
      </dgm:extLst>
    </dgm:pt>
    <dgm:pt modelId="{1BBE998A-1B5A-490E-A6A7-43DD416D622E}" type="pres">
      <dgm:prSet presAssocID="{1F2AEE1B-C2C7-4F30-86F1-AF6E24E447A4}" presName="spaceRect" presStyleCnt="0"/>
      <dgm:spPr/>
    </dgm:pt>
    <dgm:pt modelId="{A43EA933-8D7F-4A64-9DD1-A147E29ECE57}" type="pres">
      <dgm:prSet presAssocID="{1F2AEE1B-C2C7-4F30-86F1-AF6E24E447A4}" presName="textRect" presStyleLbl="revTx" presStyleIdx="1" presStyleCnt="3">
        <dgm:presLayoutVars>
          <dgm:chMax val="1"/>
          <dgm:chPref val="1"/>
        </dgm:presLayoutVars>
      </dgm:prSet>
      <dgm:spPr/>
    </dgm:pt>
    <dgm:pt modelId="{E207375B-2A48-4ACB-97DA-040C2664028E}" type="pres">
      <dgm:prSet presAssocID="{9A811327-6666-48E1-B300-8B67560195DF}" presName="sibTrans" presStyleCnt="0"/>
      <dgm:spPr/>
    </dgm:pt>
    <dgm:pt modelId="{48DAEADB-98DA-4FF8-9F35-06B5AB165DB6}" type="pres">
      <dgm:prSet presAssocID="{A291E259-4A64-45E4-990F-0458FFA243D3}" presName="compNode" presStyleCnt="0"/>
      <dgm:spPr/>
    </dgm:pt>
    <dgm:pt modelId="{D36EB006-D411-45A9-B09B-240F668DC756}" type="pres">
      <dgm:prSet presAssocID="{A291E259-4A64-45E4-990F-0458FFA243D3}" presName="iconBgRect" presStyleLbl="bgShp" presStyleIdx="2" presStyleCnt="3"/>
      <dgm:spPr/>
    </dgm:pt>
    <dgm:pt modelId="{9E41CB6B-6622-49C9-AEA1-3576F344EE2E}" type="pres">
      <dgm:prSet presAssocID="{A291E259-4A64-45E4-990F-0458FFA243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F8A9DD9-3750-469B-AA17-CC1647E78EBA}" type="pres">
      <dgm:prSet presAssocID="{A291E259-4A64-45E4-990F-0458FFA243D3}" presName="spaceRect" presStyleCnt="0"/>
      <dgm:spPr/>
    </dgm:pt>
    <dgm:pt modelId="{B23809D8-2B61-48D4-BFA6-06F3560F64C9}" type="pres">
      <dgm:prSet presAssocID="{A291E259-4A64-45E4-990F-0458FFA243D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B0F0103-4EB1-4AFB-9BBB-10763A2F94E9}" srcId="{CBFF8B70-8CA6-4DB8-8F4B-8189617F6677}" destId="{1F2AEE1B-C2C7-4F30-86F1-AF6E24E447A4}" srcOrd="1" destOrd="0" parTransId="{ECB09909-7CBB-4B55-822E-188AB9B8EB17}" sibTransId="{9A811327-6666-48E1-B300-8B67560195DF}"/>
    <dgm:cxn modelId="{4D88AA13-9719-4C30-8292-4D2C0F38E8DE}" type="presOf" srcId="{1F2AEE1B-C2C7-4F30-86F1-AF6E24E447A4}" destId="{A43EA933-8D7F-4A64-9DD1-A147E29ECE57}" srcOrd="0" destOrd="0" presId="urn:microsoft.com/office/officeart/2018/5/layout/IconCircleLabelList"/>
    <dgm:cxn modelId="{085F1636-ACC3-46E6-9350-8F9AA48387B2}" type="presOf" srcId="{9DFB9185-1926-4479-ADE9-AB14FE0484D7}" destId="{FEF884AA-21D1-4235-BD2A-75994B83CDDE}" srcOrd="0" destOrd="0" presId="urn:microsoft.com/office/officeart/2018/5/layout/IconCircleLabelList"/>
    <dgm:cxn modelId="{15A8A175-9E79-484C-9BCC-CA78E8A57ADA}" type="presOf" srcId="{A291E259-4A64-45E4-990F-0458FFA243D3}" destId="{B23809D8-2B61-48D4-BFA6-06F3560F64C9}" srcOrd="0" destOrd="0" presId="urn:microsoft.com/office/officeart/2018/5/layout/IconCircleLabelList"/>
    <dgm:cxn modelId="{108E9BAB-79EE-4B25-A9A9-C3C0AF2AC4EB}" srcId="{CBFF8B70-8CA6-4DB8-8F4B-8189617F6677}" destId="{A291E259-4A64-45E4-990F-0458FFA243D3}" srcOrd="2" destOrd="0" parTransId="{3B01FF00-E946-41FF-8F74-EE7E4ECFE93C}" sibTransId="{2754373E-59AE-4490-B746-1B6252EB0AB8}"/>
    <dgm:cxn modelId="{9A035DBA-76DE-4CCA-A664-F66FD3AE150A}" type="presOf" srcId="{CBFF8B70-8CA6-4DB8-8F4B-8189617F6677}" destId="{65701174-C78E-4F5C-BC0F-38CF14AA049A}" srcOrd="0" destOrd="0" presId="urn:microsoft.com/office/officeart/2018/5/layout/IconCircleLabelList"/>
    <dgm:cxn modelId="{189EB3CE-2B0F-4570-A5DE-2EEA7CEC940E}" srcId="{CBFF8B70-8CA6-4DB8-8F4B-8189617F6677}" destId="{9DFB9185-1926-4479-ADE9-AB14FE0484D7}" srcOrd="0" destOrd="0" parTransId="{EF27E04E-36F5-439E-8DE3-51BB9916142F}" sibTransId="{9F7FC52F-B831-4EB6-93BE-5DA6247D7AF3}"/>
    <dgm:cxn modelId="{3F0CA29C-3CF1-4318-AAD6-8A479FDE1E01}" type="presParOf" srcId="{65701174-C78E-4F5C-BC0F-38CF14AA049A}" destId="{D2E5E52F-0DE5-4CDE-B289-A24D83685F47}" srcOrd="0" destOrd="0" presId="urn:microsoft.com/office/officeart/2018/5/layout/IconCircleLabelList"/>
    <dgm:cxn modelId="{C8ECDE94-B097-46B2-A8C1-F028A00C2F59}" type="presParOf" srcId="{D2E5E52F-0DE5-4CDE-B289-A24D83685F47}" destId="{EA6E8975-A661-4002-BCE0-54F73A6E9E9C}" srcOrd="0" destOrd="0" presId="urn:microsoft.com/office/officeart/2018/5/layout/IconCircleLabelList"/>
    <dgm:cxn modelId="{FA7DBC9A-273E-4344-8F88-42769A0644EB}" type="presParOf" srcId="{D2E5E52F-0DE5-4CDE-B289-A24D83685F47}" destId="{578A928A-F1EA-4C65-A283-CAAE90B02931}" srcOrd="1" destOrd="0" presId="urn:microsoft.com/office/officeart/2018/5/layout/IconCircleLabelList"/>
    <dgm:cxn modelId="{DF3C2EFF-D3FC-4116-900A-F660DE240D50}" type="presParOf" srcId="{D2E5E52F-0DE5-4CDE-B289-A24D83685F47}" destId="{4E5DB1C7-D037-448B-B71D-A9BCA47551E6}" srcOrd="2" destOrd="0" presId="urn:microsoft.com/office/officeart/2018/5/layout/IconCircleLabelList"/>
    <dgm:cxn modelId="{845DD5FD-BD02-4166-A5FF-0E033A47A964}" type="presParOf" srcId="{D2E5E52F-0DE5-4CDE-B289-A24D83685F47}" destId="{FEF884AA-21D1-4235-BD2A-75994B83CDDE}" srcOrd="3" destOrd="0" presId="urn:microsoft.com/office/officeart/2018/5/layout/IconCircleLabelList"/>
    <dgm:cxn modelId="{0FAD1F22-083C-40C4-8583-1B02E3A80348}" type="presParOf" srcId="{65701174-C78E-4F5C-BC0F-38CF14AA049A}" destId="{A42DB7D2-81F8-49F2-946E-FBFB31622578}" srcOrd="1" destOrd="0" presId="urn:microsoft.com/office/officeart/2018/5/layout/IconCircleLabelList"/>
    <dgm:cxn modelId="{860D9409-00AB-4C07-A74A-74BF0649704C}" type="presParOf" srcId="{65701174-C78E-4F5C-BC0F-38CF14AA049A}" destId="{61C96590-E768-4D5C-936B-AE1B0EBD44F9}" srcOrd="2" destOrd="0" presId="urn:microsoft.com/office/officeart/2018/5/layout/IconCircleLabelList"/>
    <dgm:cxn modelId="{0537B8E7-0B1E-4DD2-BEA6-34887A859DA5}" type="presParOf" srcId="{61C96590-E768-4D5C-936B-AE1B0EBD44F9}" destId="{853043EE-DD7A-4DF4-9ED0-5B6640DA4521}" srcOrd="0" destOrd="0" presId="urn:microsoft.com/office/officeart/2018/5/layout/IconCircleLabelList"/>
    <dgm:cxn modelId="{C7AFB232-D648-4F86-951F-EC927153E4EC}" type="presParOf" srcId="{61C96590-E768-4D5C-936B-AE1B0EBD44F9}" destId="{7B2563A9-E612-4720-91E6-DA2C44088F46}" srcOrd="1" destOrd="0" presId="urn:microsoft.com/office/officeart/2018/5/layout/IconCircleLabelList"/>
    <dgm:cxn modelId="{7C162E91-99A7-4567-A84F-1ECEBDFE4651}" type="presParOf" srcId="{61C96590-E768-4D5C-936B-AE1B0EBD44F9}" destId="{1BBE998A-1B5A-490E-A6A7-43DD416D622E}" srcOrd="2" destOrd="0" presId="urn:microsoft.com/office/officeart/2018/5/layout/IconCircleLabelList"/>
    <dgm:cxn modelId="{EA7BC0C1-7149-4D82-8178-72790D1D8905}" type="presParOf" srcId="{61C96590-E768-4D5C-936B-AE1B0EBD44F9}" destId="{A43EA933-8D7F-4A64-9DD1-A147E29ECE57}" srcOrd="3" destOrd="0" presId="urn:microsoft.com/office/officeart/2018/5/layout/IconCircleLabelList"/>
    <dgm:cxn modelId="{AF14BE31-8394-41A6-87FF-B500A6770826}" type="presParOf" srcId="{65701174-C78E-4F5C-BC0F-38CF14AA049A}" destId="{E207375B-2A48-4ACB-97DA-040C2664028E}" srcOrd="3" destOrd="0" presId="urn:microsoft.com/office/officeart/2018/5/layout/IconCircleLabelList"/>
    <dgm:cxn modelId="{00520E2B-F7F1-4265-A6C8-B26B1218C182}" type="presParOf" srcId="{65701174-C78E-4F5C-BC0F-38CF14AA049A}" destId="{48DAEADB-98DA-4FF8-9F35-06B5AB165DB6}" srcOrd="4" destOrd="0" presId="urn:microsoft.com/office/officeart/2018/5/layout/IconCircleLabelList"/>
    <dgm:cxn modelId="{C5EF0163-9E85-43A8-A930-2B6128CF69C5}" type="presParOf" srcId="{48DAEADB-98DA-4FF8-9F35-06B5AB165DB6}" destId="{D36EB006-D411-45A9-B09B-240F668DC756}" srcOrd="0" destOrd="0" presId="urn:microsoft.com/office/officeart/2018/5/layout/IconCircleLabelList"/>
    <dgm:cxn modelId="{8FAA603D-4E5E-4B23-89FC-3D1071EA0680}" type="presParOf" srcId="{48DAEADB-98DA-4FF8-9F35-06B5AB165DB6}" destId="{9E41CB6B-6622-49C9-AEA1-3576F344EE2E}" srcOrd="1" destOrd="0" presId="urn:microsoft.com/office/officeart/2018/5/layout/IconCircleLabelList"/>
    <dgm:cxn modelId="{538F69E3-3647-46DE-A92D-90E0E9DE0226}" type="presParOf" srcId="{48DAEADB-98DA-4FF8-9F35-06B5AB165DB6}" destId="{BF8A9DD9-3750-469B-AA17-CC1647E78EBA}" srcOrd="2" destOrd="0" presId="urn:microsoft.com/office/officeart/2018/5/layout/IconCircleLabelList"/>
    <dgm:cxn modelId="{A48553C2-78BF-4433-8E16-B8DE838F3D57}" type="presParOf" srcId="{48DAEADB-98DA-4FF8-9F35-06B5AB165DB6}" destId="{B23809D8-2B61-48D4-BFA6-06F3560F64C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964CB7-FD7D-4808-9C1E-9776E1A424F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0FB033-190C-4148-A40B-EA4652DB9699}">
      <dgm:prSet/>
      <dgm:spPr/>
      <dgm:t>
        <a:bodyPr/>
        <a:lstStyle/>
        <a:p>
          <a:r>
            <a:rPr lang="en-US" b="0" i="0" baseline="0"/>
            <a:t>Postmortems focus on </a:t>
          </a:r>
          <a:r>
            <a:rPr lang="en-US" b="0" i="1" baseline="0"/>
            <a:t>who</a:t>
          </a:r>
          <a:r>
            <a:rPr lang="en-US" b="0" i="0" baseline="0"/>
            <a:t> failed rather than </a:t>
          </a:r>
          <a:r>
            <a:rPr lang="en-US" b="0" i="1" baseline="0"/>
            <a:t>what</a:t>
          </a:r>
          <a:r>
            <a:rPr lang="en-US" b="0" i="0" baseline="0"/>
            <a:t> failed</a:t>
          </a:r>
          <a:endParaRPr lang="en-US"/>
        </a:p>
      </dgm:t>
    </dgm:pt>
    <dgm:pt modelId="{88725B66-E9F6-4EE1-AC8F-4022EF044457}" type="parTrans" cxnId="{73794E32-B689-4D42-B3D3-04E3E4389ADB}">
      <dgm:prSet/>
      <dgm:spPr/>
      <dgm:t>
        <a:bodyPr/>
        <a:lstStyle/>
        <a:p>
          <a:endParaRPr lang="en-US"/>
        </a:p>
      </dgm:t>
    </dgm:pt>
    <dgm:pt modelId="{3B082F7F-7EB9-4BA1-9C88-5BE2C33077C5}" type="sibTrans" cxnId="{73794E32-B689-4D42-B3D3-04E3E4389AD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55C975C-9305-49FA-A8B2-9C7EC82D9597}">
      <dgm:prSet/>
      <dgm:spPr/>
      <dgm:t>
        <a:bodyPr/>
        <a:lstStyle/>
        <a:p>
          <a:r>
            <a:rPr lang="en-US" b="0" i="0" baseline="0"/>
            <a:t>Root cause analysis becomes “root </a:t>
          </a:r>
          <a:r>
            <a:rPr lang="en-US" b="1" i="0" baseline="0"/>
            <a:t>blame</a:t>
          </a:r>
          <a:r>
            <a:rPr lang="en-US" b="0" i="0" baseline="0"/>
            <a:t> analysis”</a:t>
          </a:r>
          <a:endParaRPr lang="en-US"/>
        </a:p>
      </dgm:t>
    </dgm:pt>
    <dgm:pt modelId="{E3732534-02EE-4947-AFCA-2EE61859912B}" type="parTrans" cxnId="{A7943EF0-6856-49B3-83FD-3BCDACAA07FC}">
      <dgm:prSet/>
      <dgm:spPr/>
      <dgm:t>
        <a:bodyPr/>
        <a:lstStyle/>
        <a:p>
          <a:endParaRPr lang="en-US"/>
        </a:p>
      </dgm:t>
    </dgm:pt>
    <dgm:pt modelId="{008CCFD3-9089-4DA1-A1E1-2C70E18ABF6B}" type="sibTrans" cxnId="{A7943EF0-6856-49B3-83FD-3BCDACAA07F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6DC8E20-FBC9-4359-9D5D-4BA8A5CB21FE}">
      <dgm:prSet/>
      <dgm:spPr/>
      <dgm:t>
        <a:bodyPr/>
        <a:lstStyle/>
        <a:p>
          <a:r>
            <a:rPr lang="en-US" b="0" i="0" baseline="0"/>
            <a:t>Lessons are not shared or documented</a:t>
          </a:r>
          <a:endParaRPr lang="en-US"/>
        </a:p>
      </dgm:t>
    </dgm:pt>
    <dgm:pt modelId="{50136916-D2B7-4A76-BFDF-C31390912183}" type="parTrans" cxnId="{43DA8255-F9E4-497F-A22C-C0A522CE4A12}">
      <dgm:prSet/>
      <dgm:spPr/>
      <dgm:t>
        <a:bodyPr/>
        <a:lstStyle/>
        <a:p>
          <a:endParaRPr lang="en-US"/>
        </a:p>
      </dgm:t>
    </dgm:pt>
    <dgm:pt modelId="{412D907C-DA05-4D70-812D-86BEF577B886}" type="sibTrans" cxnId="{43DA8255-F9E4-497F-A22C-C0A522CE4A1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104F6D34-39CB-4026-A36F-CC24936DB8CF}">
      <dgm:prSet/>
      <dgm:spPr/>
      <dgm:t>
        <a:bodyPr/>
        <a:lstStyle/>
        <a:p>
          <a:r>
            <a:rPr lang="en-US" b="0" i="0" baseline="0"/>
            <a:t>Teams repeat the same mistakes across projects</a:t>
          </a:r>
          <a:endParaRPr lang="en-US"/>
        </a:p>
      </dgm:t>
    </dgm:pt>
    <dgm:pt modelId="{40B79451-9295-42B4-A7FC-38EFB661CAA0}" type="parTrans" cxnId="{025CA167-25FC-4E1C-8882-2539ED3F5B4F}">
      <dgm:prSet/>
      <dgm:spPr/>
      <dgm:t>
        <a:bodyPr/>
        <a:lstStyle/>
        <a:p>
          <a:endParaRPr lang="en-US"/>
        </a:p>
      </dgm:t>
    </dgm:pt>
    <dgm:pt modelId="{075E655E-2322-47F0-965D-BFB35115105C}" type="sibTrans" cxnId="{025CA167-25FC-4E1C-8882-2539ED3F5B4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63F8967-6B87-40DD-B45E-D165696439AA}" type="pres">
      <dgm:prSet presAssocID="{73964CB7-FD7D-4808-9C1E-9776E1A424FE}" presName="Name0" presStyleCnt="0">
        <dgm:presLayoutVars>
          <dgm:animLvl val="lvl"/>
          <dgm:resizeHandles val="exact"/>
        </dgm:presLayoutVars>
      </dgm:prSet>
      <dgm:spPr/>
    </dgm:pt>
    <dgm:pt modelId="{2392DD0B-4572-4DCB-9D06-7C0473A2C48C}" type="pres">
      <dgm:prSet presAssocID="{A80FB033-190C-4148-A40B-EA4652DB9699}" presName="compositeNode" presStyleCnt="0">
        <dgm:presLayoutVars>
          <dgm:bulletEnabled val="1"/>
        </dgm:presLayoutVars>
      </dgm:prSet>
      <dgm:spPr/>
    </dgm:pt>
    <dgm:pt modelId="{F849D453-9928-4D4C-8810-0AB94543F4E5}" type="pres">
      <dgm:prSet presAssocID="{A80FB033-190C-4148-A40B-EA4652DB9699}" presName="bgRect" presStyleLbl="alignNode1" presStyleIdx="0" presStyleCnt="4"/>
      <dgm:spPr/>
    </dgm:pt>
    <dgm:pt modelId="{E46D576C-2D61-4E90-9C23-04F9B26DA232}" type="pres">
      <dgm:prSet presAssocID="{3B082F7F-7EB9-4BA1-9C88-5BE2C33077C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9909329-BF06-44A4-BF7A-C14913306CB0}" type="pres">
      <dgm:prSet presAssocID="{A80FB033-190C-4148-A40B-EA4652DB9699}" presName="nodeRect" presStyleLbl="alignNode1" presStyleIdx="0" presStyleCnt="4">
        <dgm:presLayoutVars>
          <dgm:bulletEnabled val="1"/>
        </dgm:presLayoutVars>
      </dgm:prSet>
      <dgm:spPr/>
    </dgm:pt>
    <dgm:pt modelId="{4FEEB7F3-9FF5-4403-8E7B-0E7B8136850B}" type="pres">
      <dgm:prSet presAssocID="{3B082F7F-7EB9-4BA1-9C88-5BE2C33077C5}" presName="sibTrans" presStyleCnt="0"/>
      <dgm:spPr/>
    </dgm:pt>
    <dgm:pt modelId="{0146FE7F-6891-42AF-A96E-B0684263B5EF}" type="pres">
      <dgm:prSet presAssocID="{055C975C-9305-49FA-A8B2-9C7EC82D9597}" presName="compositeNode" presStyleCnt="0">
        <dgm:presLayoutVars>
          <dgm:bulletEnabled val="1"/>
        </dgm:presLayoutVars>
      </dgm:prSet>
      <dgm:spPr/>
    </dgm:pt>
    <dgm:pt modelId="{91A5D420-7A31-4FE9-BC6B-5EE63D9B4294}" type="pres">
      <dgm:prSet presAssocID="{055C975C-9305-49FA-A8B2-9C7EC82D9597}" presName="bgRect" presStyleLbl="alignNode1" presStyleIdx="1" presStyleCnt="4"/>
      <dgm:spPr/>
    </dgm:pt>
    <dgm:pt modelId="{98DAD128-9B66-48BB-BB97-EC19EE14CADB}" type="pres">
      <dgm:prSet presAssocID="{008CCFD3-9089-4DA1-A1E1-2C70E18ABF6B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2A3C67F7-5590-42F4-8CE9-0F999AC64689}" type="pres">
      <dgm:prSet presAssocID="{055C975C-9305-49FA-A8B2-9C7EC82D9597}" presName="nodeRect" presStyleLbl="alignNode1" presStyleIdx="1" presStyleCnt="4">
        <dgm:presLayoutVars>
          <dgm:bulletEnabled val="1"/>
        </dgm:presLayoutVars>
      </dgm:prSet>
      <dgm:spPr/>
    </dgm:pt>
    <dgm:pt modelId="{B9B0C557-E64D-4CF3-8BED-5F2069987209}" type="pres">
      <dgm:prSet presAssocID="{008CCFD3-9089-4DA1-A1E1-2C70E18ABF6B}" presName="sibTrans" presStyleCnt="0"/>
      <dgm:spPr/>
    </dgm:pt>
    <dgm:pt modelId="{1F75F308-2C76-432E-ACB8-129323084A7F}" type="pres">
      <dgm:prSet presAssocID="{26DC8E20-FBC9-4359-9D5D-4BA8A5CB21FE}" presName="compositeNode" presStyleCnt="0">
        <dgm:presLayoutVars>
          <dgm:bulletEnabled val="1"/>
        </dgm:presLayoutVars>
      </dgm:prSet>
      <dgm:spPr/>
    </dgm:pt>
    <dgm:pt modelId="{C6900431-CAC9-4631-9315-B1C18038555E}" type="pres">
      <dgm:prSet presAssocID="{26DC8E20-FBC9-4359-9D5D-4BA8A5CB21FE}" presName="bgRect" presStyleLbl="alignNode1" presStyleIdx="2" presStyleCnt="4"/>
      <dgm:spPr/>
    </dgm:pt>
    <dgm:pt modelId="{F75D90DA-1D06-4559-92C7-A690728D6DCD}" type="pres">
      <dgm:prSet presAssocID="{412D907C-DA05-4D70-812D-86BEF577B886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E78AE09F-A55F-4BEB-8D9B-3AFF9A1666F2}" type="pres">
      <dgm:prSet presAssocID="{26DC8E20-FBC9-4359-9D5D-4BA8A5CB21FE}" presName="nodeRect" presStyleLbl="alignNode1" presStyleIdx="2" presStyleCnt="4">
        <dgm:presLayoutVars>
          <dgm:bulletEnabled val="1"/>
        </dgm:presLayoutVars>
      </dgm:prSet>
      <dgm:spPr/>
    </dgm:pt>
    <dgm:pt modelId="{0DDF85B7-00F1-4D03-84E0-B0DB0B609A63}" type="pres">
      <dgm:prSet presAssocID="{412D907C-DA05-4D70-812D-86BEF577B886}" presName="sibTrans" presStyleCnt="0"/>
      <dgm:spPr/>
    </dgm:pt>
    <dgm:pt modelId="{1798C420-348B-49CC-8D7E-C9B9BDB48A1E}" type="pres">
      <dgm:prSet presAssocID="{104F6D34-39CB-4026-A36F-CC24936DB8CF}" presName="compositeNode" presStyleCnt="0">
        <dgm:presLayoutVars>
          <dgm:bulletEnabled val="1"/>
        </dgm:presLayoutVars>
      </dgm:prSet>
      <dgm:spPr/>
    </dgm:pt>
    <dgm:pt modelId="{EB34A479-B7B0-4894-ADEB-E5DA9FCD7956}" type="pres">
      <dgm:prSet presAssocID="{104F6D34-39CB-4026-A36F-CC24936DB8CF}" presName="bgRect" presStyleLbl="alignNode1" presStyleIdx="3" presStyleCnt="4"/>
      <dgm:spPr/>
    </dgm:pt>
    <dgm:pt modelId="{11D0CB6F-7608-47F5-8D42-0DFDEC2DF4B6}" type="pres">
      <dgm:prSet presAssocID="{075E655E-2322-47F0-965D-BFB35115105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1DD31531-1026-4525-AFF1-1BCFD3642BFA}" type="pres">
      <dgm:prSet presAssocID="{104F6D34-39CB-4026-A36F-CC24936DB8CF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053C2D0D-9C09-4F6E-894D-6F1770511AC4}" type="presOf" srcId="{73964CB7-FD7D-4808-9C1E-9776E1A424FE}" destId="{863F8967-6B87-40DD-B45E-D165696439AA}" srcOrd="0" destOrd="0" presId="urn:microsoft.com/office/officeart/2016/7/layout/LinearBlockProcessNumbered"/>
    <dgm:cxn modelId="{8EB34A12-8DC5-428E-8B6F-FEEA45BFD7A1}" type="presOf" srcId="{26DC8E20-FBC9-4359-9D5D-4BA8A5CB21FE}" destId="{E78AE09F-A55F-4BEB-8D9B-3AFF9A1666F2}" srcOrd="1" destOrd="0" presId="urn:microsoft.com/office/officeart/2016/7/layout/LinearBlockProcessNumbered"/>
    <dgm:cxn modelId="{F5F2EB1B-ADA9-4E00-993E-7C7DFA1CF6D9}" type="presOf" srcId="{075E655E-2322-47F0-965D-BFB35115105C}" destId="{11D0CB6F-7608-47F5-8D42-0DFDEC2DF4B6}" srcOrd="0" destOrd="0" presId="urn:microsoft.com/office/officeart/2016/7/layout/LinearBlockProcessNumbered"/>
    <dgm:cxn modelId="{73794E32-B689-4D42-B3D3-04E3E4389ADB}" srcId="{73964CB7-FD7D-4808-9C1E-9776E1A424FE}" destId="{A80FB033-190C-4148-A40B-EA4652DB9699}" srcOrd="0" destOrd="0" parTransId="{88725B66-E9F6-4EE1-AC8F-4022EF044457}" sibTransId="{3B082F7F-7EB9-4BA1-9C88-5BE2C33077C5}"/>
    <dgm:cxn modelId="{E6354347-07E4-449B-9039-B7275F47E6EE}" type="presOf" srcId="{104F6D34-39CB-4026-A36F-CC24936DB8CF}" destId="{1DD31531-1026-4525-AFF1-1BCFD3642BFA}" srcOrd="1" destOrd="0" presId="urn:microsoft.com/office/officeart/2016/7/layout/LinearBlockProcessNumbered"/>
    <dgm:cxn modelId="{8B319E47-0801-4B25-9A5D-42267437F51A}" type="presOf" srcId="{26DC8E20-FBC9-4359-9D5D-4BA8A5CB21FE}" destId="{C6900431-CAC9-4631-9315-B1C18038555E}" srcOrd="0" destOrd="0" presId="urn:microsoft.com/office/officeart/2016/7/layout/LinearBlockProcessNumbered"/>
    <dgm:cxn modelId="{025CA167-25FC-4E1C-8882-2539ED3F5B4F}" srcId="{73964CB7-FD7D-4808-9C1E-9776E1A424FE}" destId="{104F6D34-39CB-4026-A36F-CC24936DB8CF}" srcOrd="3" destOrd="0" parTransId="{40B79451-9295-42B4-A7FC-38EFB661CAA0}" sibTransId="{075E655E-2322-47F0-965D-BFB35115105C}"/>
    <dgm:cxn modelId="{3A6C6E6D-B7CC-4E73-B9A6-99F1B06EB9E9}" type="presOf" srcId="{3B082F7F-7EB9-4BA1-9C88-5BE2C33077C5}" destId="{E46D576C-2D61-4E90-9C23-04F9B26DA232}" srcOrd="0" destOrd="0" presId="urn:microsoft.com/office/officeart/2016/7/layout/LinearBlockProcessNumbered"/>
    <dgm:cxn modelId="{83996054-E608-4580-BFB4-EAE8E945E04F}" type="presOf" srcId="{055C975C-9305-49FA-A8B2-9C7EC82D9597}" destId="{2A3C67F7-5590-42F4-8CE9-0F999AC64689}" srcOrd="1" destOrd="0" presId="urn:microsoft.com/office/officeart/2016/7/layout/LinearBlockProcessNumbered"/>
    <dgm:cxn modelId="{43DA8255-F9E4-497F-A22C-C0A522CE4A12}" srcId="{73964CB7-FD7D-4808-9C1E-9776E1A424FE}" destId="{26DC8E20-FBC9-4359-9D5D-4BA8A5CB21FE}" srcOrd="2" destOrd="0" parTransId="{50136916-D2B7-4A76-BFDF-C31390912183}" sibTransId="{412D907C-DA05-4D70-812D-86BEF577B886}"/>
    <dgm:cxn modelId="{707D827A-2940-4F6B-836E-7FDB140B14C8}" type="presOf" srcId="{A80FB033-190C-4148-A40B-EA4652DB9699}" destId="{F849D453-9928-4D4C-8810-0AB94543F4E5}" srcOrd="0" destOrd="0" presId="urn:microsoft.com/office/officeart/2016/7/layout/LinearBlockProcessNumbered"/>
    <dgm:cxn modelId="{82D727A5-956E-4066-9252-393AFFA847EF}" type="presOf" srcId="{008CCFD3-9089-4DA1-A1E1-2C70E18ABF6B}" destId="{98DAD128-9B66-48BB-BB97-EC19EE14CADB}" srcOrd="0" destOrd="0" presId="urn:microsoft.com/office/officeart/2016/7/layout/LinearBlockProcessNumbered"/>
    <dgm:cxn modelId="{ADE8B6AC-3120-4AEA-BD3C-9EB5B31CCD60}" type="presOf" srcId="{A80FB033-190C-4148-A40B-EA4652DB9699}" destId="{49909329-BF06-44A4-BF7A-C14913306CB0}" srcOrd="1" destOrd="0" presId="urn:microsoft.com/office/officeart/2016/7/layout/LinearBlockProcessNumbered"/>
    <dgm:cxn modelId="{F63092D1-CB94-4350-9798-7DC18C1A1521}" type="presOf" srcId="{412D907C-DA05-4D70-812D-86BEF577B886}" destId="{F75D90DA-1D06-4559-92C7-A690728D6DCD}" srcOrd="0" destOrd="0" presId="urn:microsoft.com/office/officeart/2016/7/layout/LinearBlockProcessNumbered"/>
    <dgm:cxn modelId="{2D7418D2-CA37-4FE4-B9EE-E71A27A46674}" type="presOf" srcId="{104F6D34-39CB-4026-A36F-CC24936DB8CF}" destId="{EB34A479-B7B0-4894-ADEB-E5DA9FCD7956}" srcOrd="0" destOrd="0" presId="urn:microsoft.com/office/officeart/2016/7/layout/LinearBlockProcessNumbered"/>
    <dgm:cxn modelId="{A7943EF0-6856-49B3-83FD-3BCDACAA07FC}" srcId="{73964CB7-FD7D-4808-9C1E-9776E1A424FE}" destId="{055C975C-9305-49FA-A8B2-9C7EC82D9597}" srcOrd="1" destOrd="0" parTransId="{E3732534-02EE-4947-AFCA-2EE61859912B}" sibTransId="{008CCFD3-9089-4DA1-A1E1-2C70E18ABF6B}"/>
    <dgm:cxn modelId="{B2CBD4FB-CF3E-41E1-B11C-C59E52EFD26E}" type="presOf" srcId="{055C975C-9305-49FA-A8B2-9C7EC82D9597}" destId="{91A5D420-7A31-4FE9-BC6B-5EE63D9B4294}" srcOrd="0" destOrd="0" presId="urn:microsoft.com/office/officeart/2016/7/layout/LinearBlockProcessNumbered"/>
    <dgm:cxn modelId="{ABC894DC-3397-43D4-9822-2F406271857B}" type="presParOf" srcId="{863F8967-6B87-40DD-B45E-D165696439AA}" destId="{2392DD0B-4572-4DCB-9D06-7C0473A2C48C}" srcOrd="0" destOrd="0" presId="urn:microsoft.com/office/officeart/2016/7/layout/LinearBlockProcessNumbered"/>
    <dgm:cxn modelId="{438E4ABC-6AB2-44F6-972E-1F7EB034EAA9}" type="presParOf" srcId="{2392DD0B-4572-4DCB-9D06-7C0473A2C48C}" destId="{F849D453-9928-4D4C-8810-0AB94543F4E5}" srcOrd="0" destOrd="0" presId="urn:microsoft.com/office/officeart/2016/7/layout/LinearBlockProcessNumbered"/>
    <dgm:cxn modelId="{1C9F9550-A082-4E4B-9D72-EEDDE44383D9}" type="presParOf" srcId="{2392DD0B-4572-4DCB-9D06-7C0473A2C48C}" destId="{E46D576C-2D61-4E90-9C23-04F9B26DA232}" srcOrd="1" destOrd="0" presId="urn:microsoft.com/office/officeart/2016/7/layout/LinearBlockProcessNumbered"/>
    <dgm:cxn modelId="{B32995DC-DD6D-4815-B193-79E96743482F}" type="presParOf" srcId="{2392DD0B-4572-4DCB-9D06-7C0473A2C48C}" destId="{49909329-BF06-44A4-BF7A-C14913306CB0}" srcOrd="2" destOrd="0" presId="urn:microsoft.com/office/officeart/2016/7/layout/LinearBlockProcessNumbered"/>
    <dgm:cxn modelId="{302D6C61-CE92-444E-AC2E-7422603DBD69}" type="presParOf" srcId="{863F8967-6B87-40DD-B45E-D165696439AA}" destId="{4FEEB7F3-9FF5-4403-8E7B-0E7B8136850B}" srcOrd="1" destOrd="0" presId="urn:microsoft.com/office/officeart/2016/7/layout/LinearBlockProcessNumbered"/>
    <dgm:cxn modelId="{6C758CF4-F6FD-44CE-9041-A827E3D5F995}" type="presParOf" srcId="{863F8967-6B87-40DD-B45E-D165696439AA}" destId="{0146FE7F-6891-42AF-A96E-B0684263B5EF}" srcOrd="2" destOrd="0" presId="urn:microsoft.com/office/officeart/2016/7/layout/LinearBlockProcessNumbered"/>
    <dgm:cxn modelId="{654BCD80-9926-47FA-9418-8D5F8FFD51CC}" type="presParOf" srcId="{0146FE7F-6891-42AF-A96E-B0684263B5EF}" destId="{91A5D420-7A31-4FE9-BC6B-5EE63D9B4294}" srcOrd="0" destOrd="0" presId="urn:microsoft.com/office/officeart/2016/7/layout/LinearBlockProcessNumbered"/>
    <dgm:cxn modelId="{99C04AC1-BD80-4484-92D1-3082A38088C1}" type="presParOf" srcId="{0146FE7F-6891-42AF-A96E-B0684263B5EF}" destId="{98DAD128-9B66-48BB-BB97-EC19EE14CADB}" srcOrd="1" destOrd="0" presId="urn:microsoft.com/office/officeart/2016/7/layout/LinearBlockProcessNumbered"/>
    <dgm:cxn modelId="{3F1BE1C7-3AF1-4DF5-AD0C-E01C560057E5}" type="presParOf" srcId="{0146FE7F-6891-42AF-A96E-B0684263B5EF}" destId="{2A3C67F7-5590-42F4-8CE9-0F999AC64689}" srcOrd="2" destOrd="0" presId="urn:microsoft.com/office/officeart/2016/7/layout/LinearBlockProcessNumbered"/>
    <dgm:cxn modelId="{B4625DB9-D36B-47D9-929B-C60496993DE9}" type="presParOf" srcId="{863F8967-6B87-40DD-B45E-D165696439AA}" destId="{B9B0C557-E64D-4CF3-8BED-5F2069987209}" srcOrd="3" destOrd="0" presId="urn:microsoft.com/office/officeart/2016/7/layout/LinearBlockProcessNumbered"/>
    <dgm:cxn modelId="{DDB09AA3-82BB-40F9-A0C9-4EA3853DBF93}" type="presParOf" srcId="{863F8967-6B87-40DD-B45E-D165696439AA}" destId="{1F75F308-2C76-432E-ACB8-129323084A7F}" srcOrd="4" destOrd="0" presId="urn:microsoft.com/office/officeart/2016/7/layout/LinearBlockProcessNumbered"/>
    <dgm:cxn modelId="{B46701B5-6BD1-4536-A795-74ED304C8381}" type="presParOf" srcId="{1F75F308-2C76-432E-ACB8-129323084A7F}" destId="{C6900431-CAC9-4631-9315-B1C18038555E}" srcOrd="0" destOrd="0" presId="urn:microsoft.com/office/officeart/2016/7/layout/LinearBlockProcessNumbered"/>
    <dgm:cxn modelId="{B404A595-13F4-4119-AEEB-53D69FF9966E}" type="presParOf" srcId="{1F75F308-2C76-432E-ACB8-129323084A7F}" destId="{F75D90DA-1D06-4559-92C7-A690728D6DCD}" srcOrd="1" destOrd="0" presId="urn:microsoft.com/office/officeart/2016/7/layout/LinearBlockProcessNumbered"/>
    <dgm:cxn modelId="{D85BD961-244D-4685-88AD-1C3200E33595}" type="presParOf" srcId="{1F75F308-2C76-432E-ACB8-129323084A7F}" destId="{E78AE09F-A55F-4BEB-8D9B-3AFF9A1666F2}" srcOrd="2" destOrd="0" presId="urn:microsoft.com/office/officeart/2016/7/layout/LinearBlockProcessNumbered"/>
    <dgm:cxn modelId="{EE6FCEF8-03E6-44D3-B395-C959B235DA15}" type="presParOf" srcId="{863F8967-6B87-40DD-B45E-D165696439AA}" destId="{0DDF85B7-00F1-4D03-84E0-B0DB0B609A63}" srcOrd="5" destOrd="0" presId="urn:microsoft.com/office/officeart/2016/7/layout/LinearBlockProcessNumbered"/>
    <dgm:cxn modelId="{309185BB-2887-4973-B982-14E019F3B64D}" type="presParOf" srcId="{863F8967-6B87-40DD-B45E-D165696439AA}" destId="{1798C420-348B-49CC-8D7E-C9B9BDB48A1E}" srcOrd="6" destOrd="0" presId="urn:microsoft.com/office/officeart/2016/7/layout/LinearBlockProcessNumbered"/>
    <dgm:cxn modelId="{5AD6077C-4927-4A77-BA5C-BF9BB698F1A5}" type="presParOf" srcId="{1798C420-348B-49CC-8D7E-C9B9BDB48A1E}" destId="{EB34A479-B7B0-4894-ADEB-E5DA9FCD7956}" srcOrd="0" destOrd="0" presId="urn:microsoft.com/office/officeart/2016/7/layout/LinearBlockProcessNumbered"/>
    <dgm:cxn modelId="{71989BC6-F5F4-4CD8-A546-15B1C7BB949D}" type="presParOf" srcId="{1798C420-348B-49CC-8D7E-C9B9BDB48A1E}" destId="{11D0CB6F-7608-47F5-8D42-0DFDEC2DF4B6}" srcOrd="1" destOrd="0" presId="urn:microsoft.com/office/officeart/2016/7/layout/LinearBlockProcessNumbered"/>
    <dgm:cxn modelId="{7FB8A88A-E3DE-4C47-A305-6CC5267C97E6}" type="presParOf" srcId="{1798C420-348B-49CC-8D7E-C9B9BDB48A1E}" destId="{1DD31531-1026-4525-AFF1-1BCFD3642BF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4C98C6-4028-4651-B015-42636E4FD3B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02D28A-774D-4C18-8B21-EE3308A35B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Leaders may claim to support learning but default to punitive responses</a:t>
          </a:r>
          <a:endParaRPr lang="en-US"/>
        </a:p>
      </dgm:t>
    </dgm:pt>
    <dgm:pt modelId="{3F8087BE-573C-4535-A75F-7B8526F5CFF5}" type="parTrans" cxnId="{149B574A-B18C-4C5F-BFFD-7E31B92BDB2B}">
      <dgm:prSet/>
      <dgm:spPr/>
      <dgm:t>
        <a:bodyPr/>
        <a:lstStyle/>
        <a:p>
          <a:endParaRPr lang="en-US"/>
        </a:p>
      </dgm:t>
    </dgm:pt>
    <dgm:pt modelId="{3F7BE742-F561-4C4F-B8C7-F958822D077C}" type="sibTrans" cxnId="{149B574A-B18C-4C5F-BFFD-7E31B92BDB2B}">
      <dgm:prSet/>
      <dgm:spPr/>
      <dgm:t>
        <a:bodyPr/>
        <a:lstStyle/>
        <a:p>
          <a:endParaRPr lang="en-US"/>
        </a:p>
      </dgm:t>
    </dgm:pt>
    <dgm:pt modelId="{B63AF803-CD27-4E58-8532-6727715557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Without modeling transparency and curiosity, culture does not change</a:t>
          </a:r>
          <a:endParaRPr lang="en-US"/>
        </a:p>
      </dgm:t>
    </dgm:pt>
    <dgm:pt modelId="{4EFE6C6C-5C4E-4272-8957-DAF89A1CBED6}" type="parTrans" cxnId="{8D833B80-1C98-435D-B6C8-05005B50697E}">
      <dgm:prSet/>
      <dgm:spPr/>
      <dgm:t>
        <a:bodyPr/>
        <a:lstStyle/>
        <a:p>
          <a:endParaRPr lang="en-US"/>
        </a:p>
      </dgm:t>
    </dgm:pt>
    <dgm:pt modelId="{4E228147-C7C5-47BD-A72D-A7E273F6BF83}" type="sibTrans" cxnId="{8D833B80-1C98-435D-B6C8-05005B50697E}">
      <dgm:prSet/>
      <dgm:spPr/>
      <dgm:t>
        <a:bodyPr/>
        <a:lstStyle/>
        <a:p>
          <a:endParaRPr lang="en-US"/>
        </a:p>
      </dgm:t>
    </dgm:pt>
    <dgm:pt modelId="{536B87CE-3145-41A0-AC7A-0CED8DB939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Learning culture requires leaders to actively reward honesty and reporting</a:t>
          </a:r>
          <a:endParaRPr lang="en-US"/>
        </a:p>
      </dgm:t>
    </dgm:pt>
    <dgm:pt modelId="{AE46836E-C3B1-4CD9-B6E1-EA0C6F24BF37}" type="parTrans" cxnId="{B91AF3DD-EB49-4B10-8538-CD18852B8D16}">
      <dgm:prSet/>
      <dgm:spPr/>
      <dgm:t>
        <a:bodyPr/>
        <a:lstStyle/>
        <a:p>
          <a:endParaRPr lang="en-US"/>
        </a:p>
      </dgm:t>
    </dgm:pt>
    <dgm:pt modelId="{8BC60269-C3E1-4738-94EE-91233B5F995D}" type="sibTrans" cxnId="{B91AF3DD-EB49-4B10-8538-CD18852B8D16}">
      <dgm:prSet/>
      <dgm:spPr/>
      <dgm:t>
        <a:bodyPr/>
        <a:lstStyle/>
        <a:p>
          <a:endParaRPr lang="en-US"/>
        </a:p>
      </dgm:t>
    </dgm:pt>
    <dgm:pt modelId="{DCE280BC-2071-4D5E-A7DE-AE3A80EDE85F}" type="pres">
      <dgm:prSet presAssocID="{744C98C6-4028-4651-B015-42636E4FD3B5}" presName="root" presStyleCnt="0">
        <dgm:presLayoutVars>
          <dgm:dir/>
          <dgm:resizeHandles val="exact"/>
        </dgm:presLayoutVars>
      </dgm:prSet>
      <dgm:spPr/>
    </dgm:pt>
    <dgm:pt modelId="{32E4B38F-D2A6-4D50-9FBE-8DDF47DEE7CF}" type="pres">
      <dgm:prSet presAssocID="{7602D28A-774D-4C18-8B21-EE3308A35B2D}" presName="compNode" presStyleCnt="0"/>
      <dgm:spPr/>
    </dgm:pt>
    <dgm:pt modelId="{F0F0E451-9610-49A1-A72E-678C69DBBC9F}" type="pres">
      <dgm:prSet presAssocID="{7602D28A-774D-4C18-8B21-EE3308A35B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F326A5F-429F-4404-BA1F-57F757F734CE}" type="pres">
      <dgm:prSet presAssocID="{7602D28A-774D-4C18-8B21-EE3308A35B2D}" presName="spaceRect" presStyleCnt="0"/>
      <dgm:spPr/>
    </dgm:pt>
    <dgm:pt modelId="{B0B010E4-D88E-4EB3-AA20-6449377DCC1B}" type="pres">
      <dgm:prSet presAssocID="{7602D28A-774D-4C18-8B21-EE3308A35B2D}" presName="textRect" presStyleLbl="revTx" presStyleIdx="0" presStyleCnt="3">
        <dgm:presLayoutVars>
          <dgm:chMax val="1"/>
          <dgm:chPref val="1"/>
        </dgm:presLayoutVars>
      </dgm:prSet>
      <dgm:spPr/>
    </dgm:pt>
    <dgm:pt modelId="{281170AD-2D6B-4FEC-9A3E-DB36DB4B8D4B}" type="pres">
      <dgm:prSet presAssocID="{3F7BE742-F561-4C4F-B8C7-F958822D077C}" presName="sibTrans" presStyleCnt="0"/>
      <dgm:spPr/>
    </dgm:pt>
    <dgm:pt modelId="{EEF72427-7BD1-409E-B061-CC16125A720B}" type="pres">
      <dgm:prSet presAssocID="{B63AF803-CD27-4E58-8532-6727715557F4}" presName="compNode" presStyleCnt="0"/>
      <dgm:spPr/>
    </dgm:pt>
    <dgm:pt modelId="{38FCA59F-8007-403F-8375-75C2DBC5C0B8}" type="pres">
      <dgm:prSet presAssocID="{B63AF803-CD27-4E58-8532-6727715557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CE1417F-AC5B-46FA-B296-9BB11C3648BC}" type="pres">
      <dgm:prSet presAssocID="{B63AF803-CD27-4E58-8532-6727715557F4}" presName="spaceRect" presStyleCnt="0"/>
      <dgm:spPr/>
    </dgm:pt>
    <dgm:pt modelId="{75479EBC-632F-4A99-A2BF-9B5471DEA71F}" type="pres">
      <dgm:prSet presAssocID="{B63AF803-CD27-4E58-8532-6727715557F4}" presName="textRect" presStyleLbl="revTx" presStyleIdx="1" presStyleCnt="3">
        <dgm:presLayoutVars>
          <dgm:chMax val="1"/>
          <dgm:chPref val="1"/>
        </dgm:presLayoutVars>
      </dgm:prSet>
      <dgm:spPr/>
    </dgm:pt>
    <dgm:pt modelId="{088601AD-FC27-424D-B1A4-85E0E554EFB8}" type="pres">
      <dgm:prSet presAssocID="{4E228147-C7C5-47BD-A72D-A7E273F6BF83}" presName="sibTrans" presStyleCnt="0"/>
      <dgm:spPr/>
    </dgm:pt>
    <dgm:pt modelId="{0DD53CF6-30F6-48C5-BC96-9B2A95662482}" type="pres">
      <dgm:prSet presAssocID="{536B87CE-3145-41A0-AC7A-0CED8DB9394E}" presName="compNode" presStyleCnt="0"/>
      <dgm:spPr/>
    </dgm:pt>
    <dgm:pt modelId="{B2C6B237-21AB-4602-90F4-D249BCE24381}" type="pres">
      <dgm:prSet presAssocID="{536B87CE-3145-41A0-AC7A-0CED8DB939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25624F9-6EAA-48C5-8E83-2B93CFA1C073}" type="pres">
      <dgm:prSet presAssocID="{536B87CE-3145-41A0-AC7A-0CED8DB9394E}" presName="spaceRect" presStyleCnt="0"/>
      <dgm:spPr/>
    </dgm:pt>
    <dgm:pt modelId="{D13A989E-A14F-48B4-8EC9-B5B9DD0BA262}" type="pres">
      <dgm:prSet presAssocID="{536B87CE-3145-41A0-AC7A-0CED8DB9394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9B574A-B18C-4C5F-BFFD-7E31B92BDB2B}" srcId="{744C98C6-4028-4651-B015-42636E4FD3B5}" destId="{7602D28A-774D-4C18-8B21-EE3308A35B2D}" srcOrd="0" destOrd="0" parTransId="{3F8087BE-573C-4535-A75F-7B8526F5CFF5}" sibTransId="{3F7BE742-F561-4C4F-B8C7-F958822D077C}"/>
    <dgm:cxn modelId="{F56A6C53-1426-4F3D-ADD7-8C4B0EAF7C9B}" type="presOf" srcId="{7602D28A-774D-4C18-8B21-EE3308A35B2D}" destId="{B0B010E4-D88E-4EB3-AA20-6449377DCC1B}" srcOrd="0" destOrd="0" presId="urn:microsoft.com/office/officeart/2018/2/layout/IconLabelList"/>
    <dgm:cxn modelId="{8D833B80-1C98-435D-B6C8-05005B50697E}" srcId="{744C98C6-4028-4651-B015-42636E4FD3B5}" destId="{B63AF803-CD27-4E58-8532-6727715557F4}" srcOrd="1" destOrd="0" parTransId="{4EFE6C6C-5C4E-4272-8957-DAF89A1CBED6}" sibTransId="{4E228147-C7C5-47BD-A72D-A7E273F6BF83}"/>
    <dgm:cxn modelId="{A396B596-1FB3-43A6-A942-6F70F5B355B9}" type="presOf" srcId="{744C98C6-4028-4651-B015-42636E4FD3B5}" destId="{DCE280BC-2071-4D5E-A7DE-AE3A80EDE85F}" srcOrd="0" destOrd="0" presId="urn:microsoft.com/office/officeart/2018/2/layout/IconLabelList"/>
    <dgm:cxn modelId="{FC626BCD-0D08-4CE1-B3C3-C9A526993921}" type="presOf" srcId="{B63AF803-CD27-4E58-8532-6727715557F4}" destId="{75479EBC-632F-4A99-A2BF-9B5471DEA71F}" srcOrd="0" destOrd="0" presId="urn:microsoft.com/office/officeart/2018/2/layout/IconLabelList"/>
    <dgm:cxn modelId="{B91AF3DD-EB49-4B10-8538-CD18852B8D16}" srcId="{744C98C6-4028-4651-B015-42636E4FD3B5}" destId="{536B87CE-3145-41A0-AC7A-0CED8DB9394E}" srcOrd="2" destOrd="0" parTransId="{AE46836E-C3B1-4CD9-B6E1-EA0C6F24BF37}" sibTransId="{8BC60269-C3E1-4738-94EE-91233B5F995D}"/>
    <dgm:cxn modelId="{4F47A2F1-C47F-4AFA-8FD5-6195948DBD7E}" type="presOf" srcId="{536B87CE-3145-41A0-AC7A-0CED8DB9394E}" destId="{D13A989E-A14F-48B4-8EC9-B5B9DD0BA262}" srcOrd="0" destOrd="0" presId="urn:microsoft.com/office/officeart/2018/2/layout/IconLabelList"/>
    <dgm:cxn modelId="{E7261CAA-487A-4C27-B688-49C9B1F4862E}" type="presParOf" srcId="{DCE280BC-2071-4D5E-A7DE-AE3A80EDE85F}" destId="{32E4B38F-D2A6-4D50-9FBE-8DDF47DEE7CF}" srcOrd="0" destOrd="0" presId="urn:microsoft.com/office/officeart/2018/2/layout/IconLabelList"/>
    <dgm:cxn modelId="{05088980-B6E0-40CB-81F3-4FBF5060E808}" type="presParOf" srcId="{32E4B38F-D2A6-4D50-9FBE-8DDF47DEE7CF}" destId="{F0F0E451-9610-49A1-A72E-678C69DBBC9F}" srcOrd="0" destOrd="0" presId="urn:microsoft.com/office/officeart/2018/2/layout/IconLabelList"/>
    <dgm:cxn modelId="{E0F3272F-C464-4D58-8F7A-436E09BAE89B}" type="presParOf" srcId="{32E4B38F-D2A6-4D50-9FBE-8DDF47DEE7CF}" destId="{7F326A5F-429F-4404-BA1F-57F757F734CE}" srcOrd="1" destOrd="0" presId="urn:microsoft.com/office/officeart/2018/2/layout/IconLabelList"/>
    <dgm:cxn modelId="{6D44D367-2A63-4024-8992-0E785C313752}" type="presParOf" srcId="{32E4B38F-D2A6-4D50-9FBE-8DDF47DEE7CF}" destId="{B0B010E4-D88E-4EB3-AA20-6449377DCC1B}" srcOrd="2" destOrd="0" presId="urn:microsoft.com/office/officeart/2018/2/layout/IconLabelList"/>
    <dgm:cxn modelId="{2E341BC3-B08C-4FB9-9553-54C8F1364C3D}" type="presParOf" srcId="{DCE280BC-2071-4D5E-A7DE-AE3A80EDE85F}" destId="{281170AD-2D6B-4FEC-9A3E-DB36DB4B8D4B}" srcOrd="1" destOrd="0" presId="urn:microsoft.com/office/officeart/2018/2/layout/IconLabelList"/>
    <dgm:cxn modelId="{38D44214-E449-4BC7-9415-902907787BE6}" type="presParOf" srcId="{DCE280BC-2071-4D5E-A7DE-AE3A80EDE85F}" destId="{EEF72427-7BD1-409E-B061-CC16125A720B}" srcOrd="2" destOrd="0" presId="urn:microsoft.com/office/officeart/2018/2/layout/IconLabelList"/>
    <dgm:cxn modelId="{4AE777F0-FBFB-4159-A4DD-5E3326E5E900}" type="presParOf" srcId="{EEF72427-7BD1-409E-B061-CC16125A720B}" destId="{38FCA59F-8007-403F-8375-75C2DBC5C0B8}" srcOrd="0" destOrd="0" presId="urn:microsoft.com/office/officeart/2018/2/layout/IconLabelList"/>
    <dgm:cxn modelId="{EEF41188-77F9-4DAA-B917-343CE4009BE6}" type="presParOf" srcId="{EEF72427-7BD1-409E-B061-CC16125A720B}" destId="{7CE1417F-AC5B-46FA-B296-9BB11C3648BC}" srcOrd="1" destOrd="0" presId="urn:microsoft.com/office/officeart/2018/2/layout/IconLabelList"/>
    <dgm:cxn modelId="{F675010F-D739-4A45-83F4-0206C3D1E65F}" type="presParOf" srcId="{EEF72427-7BD1-409E-B061-CC16125A720B}" destId="{75479EBC-632F-4A99-A2BF-9B5471DEA71F}" srcOrd="2" destOrd="0" presId="urn:microsoft.com/office/officeart/2018/2/layout/IconLabelList"/>
    <dgm:cxn modelId="{79961419-9719-4998-A7E3-BF554597D49D}" type="presParOf" srcId="{DCE280BC-2071-4D5E-A7DE-AE3A80EDE85F}" destId="{088601AD-FC27-424D-B1A4-85E0E554EFB8}" srcOrd="3" destOrd="0" presId="urn:microsoft.com/office/officeart/2018/2/layout/IconLabelList"/>
    <dgm:cxn modelId="{F6520F2A-82E2-4B60-AD59-178C339D0115}" type="presParOf" srcId="{DCE280BC-2071-4D5E-A7DE-AE3A80EDE85F}" destId="{0DD53CF6-30F6-48C5-BC96-9B2A95662482}" srcOrd="4" destOrd="0" presId="urn:microsoft.com/office/officeart/2018/2/layout/IconLabelList"/>
    <dgm:cxn modelId="{3C66CCF8-3936-4B9B-B6B2-2EF8C3787B37}" type="presParOf" srcId="{0DD53CF6-30F6-48C5-BC96-9B2A95662482}" destId="{B2C6B237-21AB-4602-90F4-D249BCE24381}" srcOrd="0" destOrd="0" presId="urn:microsoft.com/office/officeart/2018/2/layout/IconLabelList"/>
    <dgm:cxn modelId="{8C9FE1DC-4166-41C1-AC6A-F378BC0928E8}" type="presParOf" srcId="{0DD53CF6-30F6-48C5-BC96-9B2A95662482}" destId="{225624F9-6EAA-48C5-8E83-2B93CFA1C073}" srcOrd="1" destOrd="0" presId="urn:microsoft.com/office/officeart/2018/2/layout/IconLabelList"/>
    <dgm:cxn modelId="{35FA9035-567A-499C-ACB4-16F230F6C5C8}" type="presParOf" srcId="{0DD53CF6-30F6-48C5-BC96-9B2A95662482}" destId="{D13A989E-A14F-48B4-8EC9-B5B9DD0BA26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2F727B-2F46-43F1-964E-7420ACDE92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A7773D-326D-49BA-B0D9-93E3CF1B20A9}">
      <dgm:prSet/>
      <dgm:spPr/>
      <dgm:t>
        <a:bodyPr/>
        <a:lstStyle/>
        <a:p>
          <a:r>
            <a:rPr lang="en-US" b="0" i="0" baseline="0"/>
            <a:t>Legacy HR, compliance, and legal frameworks may require punitive action</a:t>
          </a:r>
          <a:endParaRPr lang="en-US"/>
        </a:p>
      </dgm:t>
    </dgm:pt>
    <dgm:pt modelId="{D4DE41D1-2486-42FF-A7E1-975A1AD347AA}" type="parTrans" cxnId="{A9ADC74A-336B-48D2-BD4A-DD354CCBBD59}">
      <dgm:prSet/>
      <dgm:spPr/>
      <dgm:t>
        <a:bodyPr/>
        <a:lstStyle/>
        <a:p>
          <a:endParaRPr lang="en-US"/>
        </a:p>
      </dgm:t>
    </dgm:pt>
    <dgm:pt modelId="{61C793E9-763C-4307-BF5D-72FA6D764D53}" type="sibTrans" cxnId="{A9ADC74A-336B-48D2-BD4A-DD354CCBBD59}">
      <dgm:prSet/>
      <dgm:spPr/>
      <dgm:t>
        <a:bodyPr/>
        <a:lstStyle/>
        <a:p>
          <a:endParaRPr lang="en-US"/>
        </a:p>
      </dgm:t>
    </dgm:pt>
    <dgm:pt modelId="{B91A60C5-3EC5-4EA7-B774-9839E2F5EAEE}">
      <dgm:prSet/>
      <dgm:spPr/>
      <dgm:t>
        <a:bodyPr/>
        <a:lstStyle/>
        <a:p>
          <a:r>
            <a:rPr lang="en-US" b="0" i="0" baseline="0"/>
            <a:t>Strict operational rules discourage experimentation</a:t>
          </a:r>
          <a:endParaRPr lang="en-US"/>
        </a:p>
      </dgm:t>
    </dgm:pt>
    <dgm:pt modelId="{68AEE1BB-0C1D-4BB3-875E-1EF26B5F9A92}" type="parTrans" cxnId="{9CAA4875-862A-4CF0-BF60-0ECD3A98AAEE}">
      <dgm:prSet/>
      <dgm:spPr/>
      <dgm:t>
        <a:bodyPr/>
        <a:lstStyle/>
        <a:p>
          <a:endParaRPr lang="en-US"/>
        </a:p>
      </dgm:t>
    </dgm:pt>
    <dgm:pt modelId="{5C1F24AA-FA6D-45B6-86E5-318A4DDA2340}" type="sibTrans" cxnId="{9CAA4875-862A-4CF0-BF60-0ECD3A98AAEE}">
      <dgm:prSet/>
      <dgm:spPr/>
      <dgm:t>
        <a:bodyPr/>
        <a:lstStyle/>
        <a:p>
          <a:endParaRPr lang="en-US"/>
        </a:p>
      </dgm:t>
    </dgm:pt>
    <dgm:pt modelId="{C6738439-D88F-4CF2-BBC0-D6FDB61F62EE}">
      <dgm:prSet/>
      <dgm:spPr/>
      <dgm:t>
        <a:bodyPr/>
        <a:lstStyle/>
        <a:p>
          <a:r>
            <a:rPr lang="en-US" b="0" i="0" baseline="0"/>
            <a:t>DevOps principles clash with slow, control-heavy environments</a:t>
          </a:r>
          <a:endParaRPr lang="en-US"/>
        </a:p>
      </dgm:t>
    </dgm:pt>
    <dgm:pt modelId="{D67A1BA1-A38C-48D1-9073-55DD1218CA8F}" type="parTrans" cxnId="{3C897FF4-436B-4045-9AD1-647C3BCBA9F8}">
      <dgm:prSet/>
      <dgm:spPr/>
      <dgm:t>
        <a:bodyPr/>
        <a:lstStyle/>
        <a:p>
          <a:endParaRPr lang="en-US"/>
        </a:p>
      </dgm:t>
    </dgm:pt>
    <dgm:pt modelId="{3884EC32-B45E-4244-B3F5-8AAF32D7EE1A}" type="sibTrans" cxnId="{3C897FF4-436B-4045-9AD1-647C3BCBA9F8}">
      <dgm:prSet/>
      <dgm:spPr/>
      <dgm:t>
        <a:bodyPr/>
        <a:lstStyle/>
        <a:p>
          <a:endParaRPr lang="en-US"/>
        </a:p>
      </dgm:t>
    </dgm:pt>
    <dgm:pt modelId="{3EA1D20F-F40F-4CDC-ABB6-11765F35F5D5}" type="pres">
      <dgm:prSet presAssocID="{8E2F727B-2F46-43F1-964E-7420ACDE92D0}" presName="root" presStyleCnt="0">
        <dgm:presLayoutVars>
          <dgm:dir/>
          <dgm:resizeHandles val="exact"/>
        </dgm:presLayoutVars>
      </dgm:prSet>
      <dgm:spPr/>
    </dgm:pt>
    <dgm:pt modelId="{6F4DD41F-3962-41C5-BD5E-A614266A24CA}" type="pres">
      <dgm:prSet presAssocID="{B5A7773D-326D-49BA-B0D9-93E3CF1B20A9}" presName="compNode" presStyleCnt="0"/>
      <dgm:spPr/>
    </dgm:pt>
    <dgm:pt modelId="{CB4589F1-96B4-4AEC-A575-101077CB2BFB}" type="pres">
      <dgm:prSet presAssocID="{B5A7773D-326D-49BA-B0D9-93E3CF1B20A9}" presName="bgRect" presStyleLbl="bgShp" presStyleIdx="0" presStyleCnt="3"/>
      <dgm:spPr/>
    </dgm:pt>
    <dgm:pt modelId="{46612221-41BF-4D7C-9791-F0EDA582D924}" type="pres">
      <dgm:prSet presAssocID="{B5A7773D-326D-49BA-B0D9-93E3CF1B20A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6942831E-9360-45B6-A9FD-252FC8351E4E}" type="pres">
      <dgm:prSet presAssocID="{B5A7773D-326D-49BA-B0D9-93E3CF1B20A9}" presName="spaceRect" presStyleCnt="0"/>
      <dgm:spPr/>
    </dgm:pt>
    <dgm:pt modelId="{A668B4B8-BF76-4487-B5A2-B2CD0B5ED82A}" type="pres">
      <dgm:prSet presAssocID="{B5A7773D-326D-49BA-B0D9-93E3CF1B20A9}" presName="parTx" presStyleLbl="revTx" presStyleIdx="0" presStyleCnt="3">
        <dgm:presLayoutVars>
          <dgm:chMax val="0"/>
          <dgm:chPref val="0"/>
        </dgm:presLayoutVars>
      </dgm:prSet>
      <dgm:spPr/>
    </dgm:pt>
    <dgm:pt modelId="{F10C153D-2B1D-4172-84D6-F4DEFA79D0A7}" type="pres">
      <dgm:prSet presAssocID="{61C793E9-763C-4307-BF5D-72FA6D764D53}" presName="sibTrans" presStyleCnt="0"/>
      <dgm:spPr/>
    </dgm:pt>
    <dgm:pt modelId="{E86053DD-9864-44E0-B865-E1F5CCF942D6}" type="pres">
      <dgm:prSet presAssocID="{B91A60C5-3EC5-4EA7-B774-9839E2F5EAEE}" presName="compNode" presStyleCnt="0"/>
      <dgm:spPr/>
    </dgm:pt>
    <dgm:pt modelId="{08A258C3-0DBE-4D9B-B43B-CBE1812B615C}" type="pres">
      <dgm:prSet presAssocID="{B91A60C5-3EC5-4EA7-B774-9839E2F5EAEE}" presName="bgRect" presStyleLbl="bgShp" presStyleIdx="1" presStyleCnt="3"/>
      <dgm:spPr/>
    </dgm:pt>
    <dgm:pt modelId="{00534B4A-2BA7-4F8E-874A-9EF3DBDDBF92}" type="pres">
      <dgm:prSet presAssocID="{B91A60C5-3EC5-4EA7-B774-9839E2F5EA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2671E66-B598-4CF6-921D-5C699BAC5D6F}" type="pres">
      <dgm:prSet presAssocID="{B91A60C5-3EC5-4EA7-B774-9839E2F5EAEE}" presName="spaceRect" presStyleCnt="0"/>
      <dgm:spPr/>
    </dgm:pt>
    <dgm:pt modelId="{6A34E76A-9B3E-4EA1-A14F-41298FDABABE}" type="pres">
      <dgm:prSet presAssocID="{B91A60C5-3EC5-4EA7-B774-9839E2F5EAEE}" presName="parTx" presStyleLbl="revTx" presStyleIdx="1" presStyleCnt="3">
        <dgm:presLayoutVars>
          <dgm:chMax val="0"/>
          <dgm:chPref val="0"/>
        </dgm:presLayoutVars>
      </dgm:prSet>
      <dgm:spPr/>
    </dgm:pt>
    <dgm:pt modelId="{493F196F-5F19-4004-BC81-593EEF7D4F49}" type="pres">
      <dgm:prSet presAssocID="{5C1F24AA-FA6D-45B6-86E5-318A4DDA2340}" presName="sibTrans" presStyleCnt="0"/>
      <dgm:spPr/>
    </dgm:pt>
    <dgm:pt modelId="{F495FF29-EE23-4519-913C-355D545227B2}" type="pres">
      <dgm:prSet presAssocID="{C6738439-D88F-4CF2-BBC0-D6FDB61F62EE}" presName="compNode" presStyleCnt="0"/>
      <dgm:spPr/>
    </dgm:pt>
    <dgm:pt modelId="{A6FECFAA-215C-4328-BFE2-18496FD2CB2C}" type="pres">
      <dgm:prSet presAssocID="{C6738439-D88F-4CF2-BBC0-D6FDB61F62EE}" presName="bgRect" presStyleLbl="bgShp" presStyleIdx="2" presStyleCnt="3"/>
      <dgm:spPr/>
    </dgm:pt>
    <dgm:pt modelId="{4385D3F0-41A7-492C-827A-6E356EE8BEA6}" type="pres">
      <dgm:prSet presAssocID="{C6738439-D88F-4CF2-BBC0-D6FDB61F62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229E635C-117F-4FB6-9844-A9DB0890C095}" type="pres">
      <dgm:prSet presAssocID="{C6738439-D88F-4CF2-BBC0-D6FDB61F62EE}" presName="spaceRect" presStyleCnt="0"/>
      <dgm:spPr/>
    </dgm:pt>
    <dgm:pt modelId="{0E49661C-CFC4-4A76-8A1A-4DF3956F5573}" type="pres">
      <dgm:prSet presAssocID="{C6738439-D88F-4CF2-BBC0-D6FDB61F62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D81C341-27BA-4D19-B9AB-60FB7E3AD8F1}" type="presOf" srcId="{8E2F727B-2F46-43F1-964E-7420ACDE92D0}" destId="{3EA1D20F-F40F-4CDC-ABB6-11765F35F5D5}" srcOrd="0" destOrd="0" presId="urn:microsoft.com/office/officeart/2018/2/layout/IconVerticalSolidList"/>
    <dgm:cxn modelId="{A9ADC74A-336B-48D2-BD4A-DD354CCBBD59}" srcId="{8E2F727B-2F46-43F1-964E-7420ACDE92D0}" destId="{B5A7773D-326D-49BA-B0D9-93E3CF1B20A9}" srcOrd="0" destOrd="0" parTransId="{D4DE41D1-2486-42FF-A7E1-975A1AD347AA}" sibTransId="{61C793E9-763C-4307-BF5D-72FA6D764D53}"/>
    <dgm:cxn modelId="{9CAA4875-862A-4CF0-BF60-0ECD3A98AAEE}" srcId="{8E2F727B-2F46-43F1-964E-7420ACDE92D0}" destId="{B91A60C5-3EC5-4EA7-B774-9839E2F5EAEE}" srcOrd="1" destOrd="0" parTransId="{68AEE1BB-0C1D-4BB3-875E-1EF26B5F9A92}" sibTransId="{5C1F24AA-FA6D-45B6-86E5-318A4DDA2340}"/>
    <dgm:cxn modelId="{C85C8875-B056-4E65-A30B-947D4408F37C}" type="presOf" srcId="{C6738439-D88F-4CF2-BBC0-D6FDB61F62EE}" destId="{0E49661C-CFC4-4A76-8A1A-4DF3956F5573}" srcOrd="0" destOrd="0" presId="urn:microsoft.com/office/officeart/2018/2/layout/IconVerticalSolidList"/>
    <dgm:cxn modelId="{50088EA3-F2F7-42B6-B895-30522BEC267A}" type="presOf" srcId="{B5A7773D-326D-49BA-B0D9-93E3CF1B20A9}" destId="{A668B4B8-BF76-4487-B5A2-B2CD0B5ED82A}" srcOrd="0" destOrd="0" presId="urn:microsoft.com/office/officeart/2018/2/layout/IconVerticalSolidList"/>
    <dgm:cxn modelId="{E1B048F0-3AEF-49AF-929E-55A117FE4150}" type="presOf" srcId="{B91A60C5-3EC5-4EA7-B774-9839E2F5EAEE}" destId="{6A34E76A-9B3E-4EA1-A14F-41298FDABABE}" srcOrd="0" destOrd="0" presId="urn:microsoft.com/office/officeart/2018/2/layout/IconVerticalSolidList"/>
    <dgm:cxn modelId="{3C897FF4-436B-4045-9AD1-647C3BCBA9F8}" srcId="{8E2F727B-2F46-43F1-964E-7420ACDE92D0}" destId="{C6738439-D88F-4CF2-BBC0-D6FDB61F62EE}" srcOrd="2" destOrd="0" parTransId="{D67A1BA1-A38C-48D1-9073-55DD1218CA8F}" sibTransId="{3884EC32-B45E-4244-B3F5-8AAF32D7EE1A}"/>
    <dgm:cxn modelId="{21704279-4222-407F-8D15-35059ABEB482}" type="presParOf" srcId="{3EA1D20F-F40F-4CDC-ABB6-11765F35F5D5}" destId="{6F4DD41F-3962-41C5-BD5E-A614266A24CA}" srcOrd="0" destOrd="0" presId="urn:microsoft.com/office/officeart/2018/2/layout/IconVerticalSolidList"/>
    <dgm:cxn modelId="{0FA0A6A6-21E2-465A-A107-34242A670ECF}" type="presParOf" srcId="{6F4DD41F-3962-41C5-BD5E-A614266A24CA}" destId="{CB4589F1-96B4-4AEC-A575-101077CB2BFB}" srcOrd="0" destOrd="0" presId="urn:microsoft.com/office/officeart/2018/2/layout/IconVerticalSolidList"/>
    <dgm:cxn modelId="{DB97CC71-38B8-4856-8607-502457A9E790}" type="presParOf" srcId="{6F4DD41F-3962-41C5-BD5E-A614266A24CA}" destId="{46612221-41BF-4D7C-9791-F0EDA582D924}" srcOrd="1" destOrd="0" presId="urn:microsoft.com/office/officeart/2018/2/layout/IconVerticalSolidList"/>
    <dgm:cxn modelId="{2B93F502-1F0F-4098-A169-25201E2F4F41}" type="presParOf" srcId="{6F4DD41F-3962-41C5-BD5E-A614266A24CA}" destId="{6942831E-9360-45B6-A9FD-252FC8351E4E}" srcOrd="2" destOrd="0" presId="urn:microsoft.com/office/officeart/2018/2/layout/IconVerticalSolidList"/>
    <dgm:cxn modelId="{719BF496-46D4-4CB6-963E-277F3F8AD2B2}" type="presParOf" srcId="{6F4DD41F-3962-41C5-BD5E-A614266A24CA}" destId="{A668B4B8-BF76-4487-B5A2-B2CD0B5ED82A}" srcOrd="3" destOrd="0" presId="urn:microsoft.com/office/officeart/2018/2/layout/IconVerticalSolidList"/>
    <dgm:cxn modelId="{9E9DD958-44C9-4B15-856F-3E0835F0CCB1}" type="presParOf" srcId="{3EA1D20F-F40F-4CDC-ABB6-11765F35F5D5}" destId="{F10C153D-2B1D-4172-84D6-F4DEFA79D0A7}" srcOrd="1" destOrd="0" presId="urn:microsoft.com/office/officeart/2018/2/layout/IconVerticalSolidList"/>
    <dgm:cxn modelId="{8F439D3A-C45B-48AC-84DE-0F6DF430DE9F}" type="presParOf" srcId="{3EA1D20F-F40F-4CDC-ABB6-11765F35F5D5}" destId="{E86053DD-9864-44E0-B865-E1F5CCF942D6}" srcOrd="2" destOrd="0" presId="urn:microsoft.com/office/officeart/2018/2/layout/IconVerticalSolidList"/>
    <dgm:cxn modelId="{757D8038-E1AE-4211-9B6C-66653408BD9C}" type="presParOf" srcId="{E86053DD-9864-44E0-B865-E1F5CCF942D6}" destId="{08A258C3-0DBE-4D9B-B43B-CBE1812B615C}" srcOrd="0" destOrd="0" presId="urn:microsoft.com/office/officeart/2018/2/layout/IconVerticalSolidList"/>
    <dgm:cxn modelId="{2B99CC0F-47B4-4F13-90C0-493A5F285776}" type="presParOf" srcId="{E86053DD-9864-44E0-B865-E1F5CCF942D6}" destId="{00534B4A-2BA7-4F8E-874A-9EF3DBDDBF92}" srcOrd="1" destOrd="0" presId="urn:microsoft.com/office/officeart/2018/2/layout/IconVerticalSolidList"/>
    <dgm:cxn modelId="{76221C74-FD40-4DC7-A2F8-9F047E0FE324}" type="presParOf" srcId="{E86053DD-9864-44E0-B865-E1F5CCF942D6}" destId="{B2671E66-B598-4CF6-921D-5C699BAC5D6F}" srcOrd="2" destOrd="0" presId="urn:microsoft.com/office/officeart/2018/2/layout/IconVerticalSolidList"/>
    <dgm:cxn modelId="{2CB66BD0-E02A-4F46-927B-6CDC813919A6}" type="presParOf" srcId="{E86053DD-9864-44E0-B865-E1F5CCF942D6}" destId="{6A34E76A-9B3E-4EA1-A14F-41298FDABABE}" srcOrd="3" destOrd="0" presId="urn:microsoft.com/office/officeart/2018/2/layout/IconVerticalSolidList"/>
    <dgm:cxn modelId="{626CD6DE-3106-4B08-8FFB-3AB7620192C8}" type="presParOf" srcId="{3EA1D20F-F40F-4CDC-ABB6-11765F35F5D5}" destId="{493F196F-5F19-4004-BC81-593EEF7D4F49}" srcOrd="3" destOrd="0" presId="urn:microsoft.com/office/officeart/2018/2/layout/IconVerticalSolidList"/>
    <dgm:cxn modelId="{3351EEEF-494A-4D7D-8824-CAA80B74A518}" type="presParOf" srcId="{3EA1D20F-F40F-4CDC-ABB6-11765F35F5D5}" destId="{F495FF29-EE23-4519-913C-355D545227B2}" srcOrd="4" destOrd="0" presId="urn:microsoft.com/office/officeart/2018/2/layout/IconVerticalSolidList"/>
    <dgm:cxn modelId="{26628E5B-D48E-451B-A34B-8471C4B0B15A}" type="presParOf" srcId="{F495FF29-EE23-4519-913C-355D545227B2}" destId="{A6FECFAA-215C-4328-BFE2-18496FD2CB2C}" srcOrd="0" destOrd="0" presId="urn:microsoft.com/office/officeart/2018/2/layout/IconVerticalSolidList"/>
    <dgm:cxn modelId="{AA9063F2-E8DD-441F-8CED-8893A68E841D}" type="presParOf" srcId="{F495FF29-EE23-4519-913C-355D545227B2}" destId="{4385D3F0-41A7-492C-827A-6E356EE8BEA6}" srcOrd="1" destOrd="0" presId="urn:microsoft.com/office/officeart/2018/2/layout/IconVerticalSolidList"/>
    <dgm:cxn modelId="{C10B19E6-2CCE-4167-A31C-32407FE6B814}" type="presParOf" srcId="{F495FF29-EE23-4519-913C-355D545227B2}" destId="{229E635C-117F-4FB6-9844-A9DB0890C095}" srcOrd="2" destOrd="0" presId="urn:microsoft.com/office/officeart/2018/2/layout/IconVerticalSolidList"/>
    <dgm:cxn modelId="{B7DB26B6-A89C-47E2-B74A-F6EB70BCFE47}" type="presParOf" srcId="{F495FF29-EE23-4519-913C-355D545227B2}" destId="{0E49661C-CFC4-4A76-8A1A-4DF3956F55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106407-9241-4700-8B67-E9F409682B24}">
      <dsp:nvSpPr>
        <dsp:cNvPr id="0" name=""/>
        <dsp:cNvSpPr/>
      </dsp:nvSpPr>
      <dsp:spPr>
        <a:xfrm>
          <a:off x="152400" y="0"/>
          <a:ext cx="5410200" cy="54102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D331B-E115-45E1-9B5E-336DF8CD9BD4}">
      <dsp:nvSpPr>
        <dsp:cNvPr id="0" name=""/>
        <dsp:cNvSpPr/>
      </dsp:nvSpPr>
      <dsp:spPr>
        <a:xfrm>
          <a:off x="666369" y="513969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Encourages accountability without blame</a:t>
          </a:r>
          <a:endParaRPr lang="en-US" sz="1900" kern="1200"/>
        </a:p>
      </dsp:txBody>
      <dsp:txXfrm>
        <a:off x="769370" y="616970"/>
        <a:ext cx="1903976" cy="1903976"/>
      </dsp:txXfrm>
    </dsp:sp>
    <dsp:sp modelId="{9B8D8E72-B739-4FB2-B768-7C68022D63AB}">
      <dsp:nvSpPr>
        <dsp:cNvPr id="0" name=""/>
        <dsp:cNvSpPr/>
      </dsp:nvSpPr>
      <dsp:spPr>
        <a:xfrm>
          <a:off x="2938653" y="513969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Focuses on learning from failures rather than punishing individuals</a:t>
          </a:r>
          <a:endParaRPr lang="en-US" sz="1900" kern="1200"/>
        </a:p>
      </dsp:txBody>
      <dsp:txXfrm>
        <a:off x="3041654" y="616970"/>
        <a:ext cx="1903976" cy="1903976"/>
      </dsp:txXfrm>
    </dsp:sp>
    <dsp:sp modelId="{54618769-89F9-4F9B-B41B-5910B67031A8}">
      <dsp:nvSpPr>
        <dsp:cNvPr id="0" name=""/>
        <dsp:cNvSpPr/>
      </dsp:nvSpPr>
      <dsp:spPr>
        <a:xfrm>
          <a:off x="666369" y="2786253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Supports psychological safety, transparency, and continuous improvement</a:t>
          </a:r>
          <a:endParaRPr lang="en-US" sz="1900" kern="1200"/>
        </a:p>
      </dsp:txBody>
      <dsp:txXfrm>
        <a:off x="769370" y="2889254"/>
        <a:ext cx="1903976" cy="1903976"/>
      </dsp:txXfrm>
    </dsp:sp>
    <dsp:sp modelId="{954273CA-3404-4503-B1DD-7FAF4124EC05}">
      <dsp:nvSpPr>
        <dsp:cNvPr id="0" name=""/>
        <dsp:cNvSpPr/>
      </dsp:nvSpPr>
      <dsp:spPr>
        <a:xfrm>
          <a:off x="2938653" y="2786253"/>
          <a:ext cx="2109978" cy="21099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Critical to DevOps because teams must experiment, deploy quickly, and recover from failures</a:t>
          </a:r>
          <a:endParaRPr lang="en-US" sz="1900" kern="1200"/>
        </a:p>
      </dsp:txBody>
      <dsp:txXfrm>
        <a:off x="3041654" y="2889254"/>
        <a:ext cx="1903976" cy="19039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4CC40-7C3A-4EC4-BF19-86D917E69B34}">
      <dsp:nvSpPr>
        <dsp:cNvPr id="0" name=""/>
        <dsp:cNvSpPr/>
      </dsp:nvSpPr>
      <dsp:spPr>
        <a:xfrm>
          <a:off x="0" y="0"/>
          <a:ext cx="4160896" cy="8650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Employees avoid reporting issues due to fear of punishment</a:t>
          </a:r>
          <a:endParaRPr lang="en-US" sz="1700" kern="1200"/>
        </a:p>
      </dsp:txBody>
      <dsp:txXfrm>
        <a:off x="25336" y="25336"/>
        <a:ext cx="3154375" cy="814350"/>
      </dsp:txXfrm>
    </dsp:sp>
    <dsp:sp modelId="{E46B740A-C817-4D97-91BB-F160CD7476CB}">
      <dsp:nvSpPr>
        <dsp:cNvPr id="0" name=""/>
        <dsp:cNvSpPr/>
      </dsp:nvSpPr>
      <dsp:spPr>
        <a:xfrm>
          <a:off x="348475" y="1022299"/>
          <a:ext cx="4160896" cy="8650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Blame is often placed on individuals instead of systems</a:t>
          </a:r>
          <a:endParaRPr lang="en-US" sz="1700" kern="1200"/>
        </a:p>
      </dsp:txBody>
      <dsp:txXfrm>
        <a:off x="373811" y="1047635"/>
        <a:ext cx="3199485" cy="814350"/>
      </dsp:txXfrm>
    </dsp:sp>
    <dsp:sp modelId="{16EE28AE-458E-482A-9ADD-E5879363BE46}">
      <dsp:nvSpPr>
        <dsp:cNvPr id="0" name=""/>
        <dsp:cNvSpPr/>
      </dsp:nvSpPr>
      <dsp:spPr>
        <a:xfrm>
          <a:off x="691749" y="2044598"/>
          <a:ext cx="4160896" cy="8650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Leadership behaviors may reinforce fear rather than learning</a:t>
          </a:r>
          <a:endParaRPr lang="en-US" sz="1700" kern="1200"/>
        </a:p>
      </dsp:txBody>
      <dsp:txXfrm>
        <a:off x="717085" y="2069934"/>
        <a:ext cx="3204686" cy="814350"/>
      </dsp:txXfrm>
    </dsp:sp>
    <dsp:sp modelId="{62D7EC6C-4BD3-4849-9295-208A143EA94A}">
      <dsp:nvSpPr>
        <dsp:cNvPr id="0" name=""/>
        <dsp:cNvSpPr/>
      </dsp:nvSpPr>
      <dsp:spPr>
        <a:xfrm>
          <a:off x="1040224" y="3066897"/>
          <a:ext cx="4160896" cy="8650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Reduces transparency and delays discovering critical failures</a:t>
          </a:r>
          <a:endParaRPr lang="en-US" sz="1700" kern="1200"/>
        </a:p>
      </dsp:txBody>
      <dsp:txXfrm>
        <a:off x="1065560" y="3092233"/>
        <a:ext cx="3199485" cy="814350"/>
      </dsp:txXfrm>
    </dsp:sp>
    <dsp:sp modelId="{99C736FE-8597-497B-98CB-8B16DFD9B2D3}">
      <dsp:nvSpPr>
        <dsp:cNvPr id="0" name=""/>
        <dsp:cNvSpPr/>
      </dsp:nvSpPr>
      <dsp:spPr>
        <a:xfrm>
          <a:off x="3598632" y="662528"/>
          <a:ext cx="562264" cy="5622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725141" y="662528"/>
        <a:ext cx="309246" cy="423104"/>
      </dsp:txXfrm>
    </dsp:sp>
    <dsp:sp modelId="{AEB0B3F9-ED6F-4F27-BDC7-255F907F7703}">
      <dsp:nvSpPr>
        <dsp:cNvPr id="0" name=""/>
        <dsp:cNvSpPr/>
      </dsp:nvSpPr>
      <dsp:spPr>
        <a:xfrm>
          <a:off x="3947107" y="1684827"/>
          <a:ext cx="562264" cy="5622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073616" y="1684827"/>
        <a:ext cx="309246" cy="423104"/>
      </dsp:txXfrm>
    </dsp:sp>
    <dsp:sp modelId="{BC8897D3-79DA-4D57-9A91-B6324D39F33C}">
      <dsp:nvSpPr>
        <dsp:cNvPr id="0" name=""/>
        <dsp:cNvSpPr/>
      </dsp:nvSpPr>
      <dsp:spPr>
        <a:xfrm>
          <a:off x="4290381" y="2707126"/>
          <a:ext cx="562264" cy="5622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416890" y="2707126"/>
        <a:ext cx="309246" cy="4231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E8975-A661-4002-BCE0-54F73A6E9E9C}">
      <dsp:nvSpPr>
        <dsp:cNvPr id="0" name=""/>
        <dsp:cNvSpPr/>
      </dsp:nvSpPr>
      <dsp:spPr>
        <a:xfrm>
          <a:off x="683905" y="250074"/>
          <a:ext cx="1921500" cy="19215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A928A-F1EA-4C65-A283-CAAE90B02931}">
      <dsp:nvSpPr>
        <dsp:cNvPr id="0" name=""/>
        <dsp:cNvSpPr/>
      </dsp:nvSpPr>
      <dsp:spPr>
        <a:xfrm>
          <a:off x="109340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884AA-21D1-4235-BD2A-75994B83CDDE}">
      <dsp:nvSpPr>
        <dsp:cNvPr id="0" name=""/>
        <dsp:cNvSpPr/>
      </dsp:nvSpPr>
      <dsp:spPr>
        <a:xfrm>
          <a:off x="6965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baseline="0"/>
            <a:t>Teams do not feel safe to speak up, challenge decisions, or admit mistakes</a:t>
          </a:r>
          <a:endParaRPr lang="en-US" sz="1400" kern="1200"/>
        </a:p>
      </dsp:txBody>
      <dsp:txXfrm>
        <a:off x="69655" y="2770075"/>
        <a:ext cx="3150000" cy="720000"/>
      </dsp:txXfrm>
    </dsp:sp>
    <dsp:sp modelId="{853043EE-DD7A-4DF4-9ED0-5B6640DA4521}">
      <dsp:nvSpPr>
        <dsp:cNvPr id="0" name=""/>
        <dsp:cNvSpPr/>
      </dsp:nvSpPr>
      <dsp:spPr>
        <a:xfrm>
          <a:off x="4385155" y="250074"/>
          <a:ext cx="1921500" cy="19215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563A9-E612-4720-91E6-DA2C44088F46}">
      <dsp:nvSpPr>
        <dsp:cNvPr id="0" name=""/>
        <dsp:cNvSpPr/>
      </dsp:nvSpPr>
      <dsp:spPr>
        <a:xfrm>
          <a:off x="479465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EA933-8D7F-4A64-9DD1-A147E29ECE57}">
      <dsp:nvSpPr>
        <dsp:cNvPr id="0" name=""/>
        <dsp:cNvSpPr/>
      </dsp:nvSpPr>
      <dsp:spPr>
        <a:xfrm>
          <a:off x="377090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baseline="0"/>
            <a:t>High-pressure environments amplify silence and compliance</a:t>
          </a:r>
          <a:endParaRPr lang="en-US" sz="1400" kern="1200"/>
        </a:p>
      </dsp:txBody>
      <dsp:txXfrm>
        <a:off x="3770905" y="2770075"/>
        <a:ext cx="3150000" cy="720000"/>
      </dsp:txXfrm>
    </dsp:sp>
    <dsp:sp modelId="{D36EB006-D411-45A9-B09B-240F668DC756}">
      <dsp:nvSpPr>
        <dsp:cNvPr id="0" name=""/>
        <dsp:cNvSpPr/>
      </dsp:nvSpPr>
      <dsp:spPr>
        <a:xfrm>
          <a:off x="8086406" y="250074"/>
          <a:ext cx="1921500" cy="19215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1CB6B-6622-49C9-AEA1-3576F344EE2E}">
      <dsp:nvSpPr>
        <dsp:cNvPr id="0" name=""/>
        <dsp:cNvSpPr/>
      </dsp:nvSpPr>
      <dsp:spPr>
        <a:xfrm>
          <a:off x="8495906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809D8-2B61-48D4-BFA6-06F3560F64C9}">
      <dsp:nvSpPr>
        <dsp:cNvPr id="0" name=""/>
        <dsp:cNvSpPr/>
      </dsp:nvSpPr>
      <dsp:spPr>
        <a:xfrm>
          <a:off x="7472156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baseline="0"/>
            <a:t>Psychological safety is essential for innovation and continuous learning</a:t>
          </a:r>
          <a:endParaRPr lang="en-US" sz="1400" kern="1200"/>
        </a:p>
      </dsp:txBody>
      <dsp:txXfrm>
        <a:off x="7472156" y="2770075"/>
        <a:ext cx="315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9D453-9928-4D4C-8810-0AB94543F4E5}">
      <dsp:nvSpPr>
        <dsp:cNvPr id="0" name=""/>
        <dsp:cNvSpPr/>
      </dsp:nvSpPr>
      <dsp:spPr>
        <a:xfrm>
          <a:off x="208" y="357141"/>
          <a:ext cx="2521555" cy="3025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Postmortems focus on </a:t>
          </a:r>
          <a:r>
            <a:rPr lang="en-US" sz="2300" b="0" i="1" kern="1200" baseline="0"/>
            <a:t>who</a:t>
          </a:r>
          <a:r>
            <a:rPr lang="en-US" sz="2300" b="0" i="0" kern="1200" baseline="0"/>
            <a:t> failed rather than </a:t>
          </a:r>
          <a:r>
            <a:rPr lang="en-US" sz="2300" b="0" i="1" kern="1200" baseline="0"/>
            <a:t>what</a:t>
          </a:r>
          <a:r>
            <a:rPr lang="en-US" sz="2300" b="0" i="0" kern="1200" baseline="0"/>
            <a:t> failed</a:t>
          </a:r>
          <a:endParaRPr lang="en-US" sz="2300" kern="1200"/>
        </a:p>
      </dsp:txBody>
      <dsp:txXfrm>
        <a:off x="208" y="1567488"/>
        <a:ext cx="2521555" cy="1815519"/>
      </dsp:txXfrm>
    </dsp:sp>
    <dsp:sp modelId="{E46D576C-2D61-4E90-9C23-04F9B26DA232}">
      <dsp:nvSpPr>
        <dsp:cNvPr id="0" name=""/>
        <dsp:cNvSpPr/>
      </dsp:nvSpPr>
      <dsp:spPr>
        <a:xfrm>
          <a:off x="20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08" y="357141"/>
        <a:ext cx="2521555" cy="1210346"/>
      </dsp:txXfrm>
    </dsp:sp>
    <dsp:sp modelId="{91A5D420-7A31-4FE9-BC6B-5EE63D9B4294}">
      <dsp:nvSpPr>
        <dsp:cNvPr id="0" name=""/>
        <dsp:cNvSpPr/>
      </dsp:nvSpPr>
      <dsp:spPr>
        <a:xfrm>
          <a:off x="2723488" y="357141"/>
          <a:ext cx="2521555" cy="3025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Root cause analysis becomes “root </a:t>
          </a:r>
          <a:r>
            <a:rPr lang="en-US" sz="2300" b="1" i="0" kern="1200" baseline="0"/>
            <a:t>blame</a:t>
          </a:r>
          <a:r>
            <a:rPr lang="en-US" sz="2300" b="0" i="0" kern="1200" baseline="0"/>
            <a:t> analysis”</a:t>
          </a:r>
          <a:endParaRPr lang="en-US" sz="2300" kern="1200"/>
        </a:p>
      </dsp:txBody>
      <dsp:txXfrm>
        <a:off x="2723488" y="1567488"/>
        <a:ext cx="2521555" cy="1815519"/>
      </dsp:txXfrm>
    </dsp:sp>
    <dsp:sp modelId="{98DAD128-9B66-48BB-BB97-EC19EE14CADB}">
      <dsp:nvSpPr>
        <dsp:cNvPr id="0" name=""/>
        <dsp:cNvSpPr/>
      </dsp:nvSpPr>
      <dsp:spPr>
        <a:xfrm>
          <a:off x="272348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723488" y="357141"/>
        <a:ext cx="2521555" cy="1210346"/>
      </dsp:txXfrm>
    </dsp:sp>
    <dsp:sp modelId="{C6900431-CAC9-4631-9315-B1C18038555E}">
      <dsp:nvSpPr>
        <dsp:cNvPr id="0" name=""/>
        <dsp:cNvSpPr/>
      </dsp:nvSpPr>
      <dsp:spPr>
        <a:xfrm>
          <a:off x="5446768" y="357141"/>
          <a:ext cx="2521555" cy="3025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Lessons are not shared or documented</a:t>
          </a:r>
          <a:endParaRPr lang="en-US" sz="2300" kern="1200"/>
        </a:p>
      </dsp:txBody>
      <dsp:txXfrm>
        <a:off x="5446768" y="1567488"/>
        <a:ext cx="2521555" cy="1815519"/>
      </dsp:txXfrm>
    </dsp:sp>
    <dsp:sp modelId="{F75D90DA-1D06-4559-92C7-A690728D6DCD}">
      <dsp:nvSpPr>
        <dsp:cNvPr id="0" name=""/>
        <dsp:cNvSpPr/>
      </dsp:nvSpPr>
      <dsp:spPr>
        <a:xfrm>
          <a:off x="544676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446768" y="357141"/>
        <a:ext cx="2521555" cy="1210346"/>
      </dsp:txXfrm>
    </dsp:sp>
    <dsp:sp modelId="{EB34A479-B7B0-4894-ADEB-E5DA9FCD7956}">
      <dsp:nvSpPr>
        <dsp:cNvPr id="0" name=""/>
        <dsp:cNvSpPr/>
      </dsp:nvSpPr>
      <dsp:spPr>
        <a:xfrm>
          <a:off x="8170047" y="357141"/>
          <a:ext cx="2521555" cy="3025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Teams repeat the same mistakes across projects</a:t>
          </a:r>
          <a:endParaRPr lang="en-US" sz="2300" kern="1200"/>
        </a:p>
      </dsp:txBody>
      <dsp:txXfrm>
        <a:off x="8170047" y="1567488"/>
        <a:ext cx="2521555" cy="1815519"/>
      </dsp:txXfrm>
    </dsp:sp>
    <dsp:sp modelId="{11D0CB6F-7608-47F5-8D42-0DFDEC2DF4B6}">
      <dsp:nvSpPr>
        <dsp:cNvPr id="0" name=""/>
        <dsp:cNvSpPr/>
      </dsp:nvSpPr>
      <dsp:spPr>
        <a:xfrm>
          <a:off x="8170047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170047" y="357141"/>
        <a:ext cx="2521555" cy="12103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F0E451-9610-49A1-A72E-678C69DBBC9F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010E4-D88E-4EB3-AA20-6449377DCC1B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Leaders may claim to support learning but default to punitive responses</a:t>
          </a:r>
          <a:endParaRPr lang="en-US" sz="1600" kern="1200"/>
        </a:p>
      </dsp:txBody>
      <dsp:txXfrm>
        <a:off x="3621" y="2417740"/>
        <a:ext cx="3189260" cy="720000"/>
      </dsp:txXfrm>
    </dsp:sp>
    <dsp:sp modelId="{38FCA59F-8007-403F-8375-75C2DBC5C0B8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79EBC-632F-4A99-A2BF-9B5471DEA71F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Without modeling transparency and curiosity, culture does not change</a:t>
          </a:r>
          <a:endParaRPr lang="en-US" sz="1600" kern="1200"/>
        </a:p>
      </dsp:txBody>
      <dsp:txXfrm>
        <a:off x="3751002" y="2417740"/>
        <a:ext cx="3189260" cy="720000"/>
      </dsp:txXfrm>
    </dsp:sp>
    <dsp:sp modelId="{B2C6B237-21AB-4602-90F4-D249BCE24381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A989E-A14F-48B4-8EC9-B5B9DD0BA262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Learning culture requires leaders to actively reward honesty and reporting</a:t>
          </a:r>
          <a:endParaRPr lang="en-US" sz="1600" kern="1200"/>
        </a:p>
      </dsp:txBody>
      <dsp:txXfrm>
        <a:off x="7498383" y="2417740"/>
        <a:ext cx="318926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589F1-96B4-4AEC-A575-101077CB2BFB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12221-41BF-4D7C-9791-F0EDA582D924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8B4B8-BF76-4487-B5A2-B2CD0B5ED82A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Legacy HR, compliance, and legal frameworks may require punitive action</a:t>
          </a:r>
          <a:endParaRPr lang="en-US" sz="2500" kern="1200"/>
        </a:p>
      </dsp:txBody>
      <dsp:txXfrm>
        <a:off x="1814259" y="671"/>
        <a:ext cx="4357688" cy="1570787"/>
      </dsp:txXfrm>
    </dsp:sp>
    <dsp:sp modelId="{08A258C3-0DBE-4D9B-B43B-CBE1812B615C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34B4A-2BA7-4F8E-874A-9EF3DBDDBF92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4E76A-9B3E-4EA1-A14F-41298FDABABE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Strict operational rules discourage experimentation</a:t>
          </a:r>
          <a:endParaRPr lang="en-US" sz="2500" kern="1200"/>
        </a:p>
      </dsp:txBody>
      <dsp:txXfrm>
        <a:off x="1814259" y="1964156"/>
        <a:ext cx="4357688" cy="1570787"/>
      </dsp:txXfrm>
    </dsp:sp>
    <dsp:sp modelId="{A6FECFAA-215C-4328-BFE2-18496FD2CB2C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5D3F0-41A7-492C-827A-6E356EE8BEA6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9661C-CFC4-4A76-8A1A-4DF3956F5573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DevOps principles clash with slow, control-heavy environments</a:t>
          </a:r>
          <a:endParaRPr lang="en-US" sz="2500" kern="1200"/>
        </a:p>
      </dsp:txBody>
      <dsp:txXfrm>
        <a:off x="1814259" y="3927640"/>
        <a:ext cx="4357688" cy="1570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0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4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5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5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1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46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7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29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2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7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22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Floating Numbers And Letters On Top Of A Book">
            <a:extLst>
              <a:ext uri="{FF2B5EF4-FFF2-40B4-BE49-F238E27FC236}">
                <a16:creationId xmlns:a16="http://schemas.microsoft.com/office/drawing/2014/main" id="{08948EEF-6669-B517-1CA0-A691616023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19841-6D03-D262-99BD-019C72985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2244909"/>
            <a:ext cx="4693473" cy="395404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Establishing a Just, Learning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242A4-3BD8-C8B1-5D0A-D3CB0455B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659052"/>
            <a:ext cx="5819775" cy="670945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100">
                <a:solidFill>
                  <a:srgbClr val="FFFFFF"/>
                </a:solidFill>
              </a:rPr>
              <a:t>Scott Macioce</a:t>
            </a:r>
            <a:br>
              <a:rPr lang="en-US" sz="1100">
                <a:solidFill>
                  <a:srgbClr val="FFFFFF"/>
                </a:solidFill>
              </a:rPr>
            </a:br>
            <a:r>
              <a:rPr lang="en-US" sz="1100">
                <a:solidFill>
                  <a:srgbClr val="FFFFFF"/>
                </a:solidFill>
              </a:rPr>
              <a:t>CSD380-DevOps</a:t>
            </a:r>
            <a:br>
              <a:rPr lang="en-US" sz="1100">
                <a:solidFill>
                  <a:srgbClr val="FFFFFF"/>
                </a:solidFill>
              </a:rPr>
            </a:br>
            <a:r>
              <a:rPr lang="en-US" sz="1100">
                <a:solidFill>
                  <a:srgbClr val="FFFFFF"/>
                </a:solidFill>
              </a:rPr>
              <a:t>Module 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14478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47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78330-D64C-6AB5-E146-8690C3318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 dirty="0"/>
              <a:t>What Is a Just, Learning Culture?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F27F17A-2798-E956-5500-F33291EF0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109299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694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07D0C-303A-8217-86C3-346A690A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Why a Just Culture Matters</a:t>
            </a:r>
          </a:p>
        </p:txBody>
      </p:sp>
      <p:pic>
        <p:nvPicPr>
          <p:cNvPr id="6" name="Picture 5" descr="Hands-on top of each other">
            <a:extLst>
              <a:ext uri="{FF2B5EF4-FFF2-40B4-BE49-F238E27FC236}">
                <a16:creationId xmlns:a16="http://schemas.microsoft.com/office/drawing/2014/main" id="{C85772A9-7296-55E6-6EAD-8CDAD768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70" r="9372" b="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A29F8688-45C4-6035-8588-FC0A34B536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6186" y="2221992"/>
            <a:ext cx="48006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fear of reporting incidents or near-misses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Improves incident response and postmortems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Enhances team morale and trust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Strengthens system reliability through shared learning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15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697BD-4FDE-5DFE-F323-4749E6224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en-US" sz="3700"/>
              <a:t>Organizational Fear &amp; Blame Culture</a:t>
            </a:r>
          </a:p>
        </p:txBody>
      </p:sp>
      <p:pic>
        <p:nvPicPr>
          <p:cNvPr id="6" name="Picture 5" descr="Red toy person in front of two lines of white figures">
            <a:extLst>
              <a:ext uri="{FF2B5EF4-FFF2-40B4-BE49-F238E27FC236}">
                <a16:creationId xmlns:a16="http://schemas.microsoft.com/office/drawing/2014/main" id="{DD7C24E7-479D-2631-B662-97B9E495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67" r="20812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4310BBDC-E827-A5C7-5BDD-85DA7A95D6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90838" y="2236843"/>
          <a:ext cx="5201121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50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12B32-5622-EFF2-7EDA-2A0EA4B2A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Lack of Psychological Safety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1AF150E-6961-C2E8-549E-D53A3EAEC0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66635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12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22A7E-CD0D-C528-EB49-AA44CD0B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Poor Incident Review Practices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46E41E0-1E0A-82BB-C84D-DD58C0E14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13657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360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F53F-AC00-2086-C1A6-85E4AABA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Leadership Commitment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BD6F5A9-8F1D-FC2A-309B-CE57CFC1B7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5949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7146E-C907-9482-8A2C-71411354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Outdated Policies &amp; Rigid Processes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BCC8368-E117-9DD3-1563-FBA1427AD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527048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77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F0513A-5E5E-C3E9-1F26-344030177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0" b="940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35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86F2B-0A4A-3268-989A-1EEF774E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So, why a just learning culture?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Social Network">
            <a:extLst>
              <a:ext uri="{FF2B5EF4-FFF2-40B4-BE49-F238E27FC236}">
                <a16:creationId xmlns:a16="http://schemas.microsoft.com/office/drawing/2014/main" id="{710B549C-A3FA-862C-CBA0-E50F52F77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6838" y="2286633"/>
            <a:ext cx="3876421" cy="38764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5358D69-DA18-C7E2-9860-9F28FEAFEE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4960" y="2346960"/>
            <a:ext cx="4819903" cy="3775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Just Culture enables safe experimentation, shared learning, and system resilience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Barriers are often cultural, not technical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Removing these barriers requires leadership modeling, supportive policies, and blameless postmortems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When implemented well, a Just Culture strengthens DevOps performance and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166648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C2D2-3C86-93B2-5D05-952439F0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dirty="0"/>
              <a:t>References:</a:t>
            </a: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C6AA1EC1-5546-9542-E62D-3F0C428D0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4204-21C0-0563-E2D8-3000CAA2B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i="1"/>
              <a:t>Etsy Engineering | Blameless </a:t>
            </a:r>
            <a:r>
              <a:rPr lang="en-US" sz="1700" i="1" err="1"/>
              <a:t>PostMortems</a:t>
            </a:r>
            <a:r>
              <a:rPr lang="en-US" sz="1700" i="1"/>
              <a:t> and a Just Culture</a:t>
            </a:r>
            <a:r>
              <a:rPr lang="en-US" sz="1700"/>
              <a:t>. (2020). Etsy. https://www.etsy.com/codeascraft/blameless-postmortems</a:t>
            </a:r>
          </a:p>
          <a:p>
            <a:pPr>
              <a:lnSpc>
                <a:spcPct val="100000"/>
              </a:lnSpc>
            </a:pPr>
            <a:r>
              <a:rPr lang="en-US" sz="1700"/>
              <a:t>‌Michalowski, M. (2025, June 9). </a:t>
            </a:r>
            <a:r>
              <a:rPr lang="en-US" sz="1700" i="1"/>
              <a:t>Cultural Debt vs. Technical Debt in Infrastructure Automation - DevOps.com</a:t>
            </a:r>
            <a:r>
              <a:rPr lang="en-US" sz="1700"/>
              <a:t>. DevOps.com. https://devops.com/cultural-debt-vs-technical-debt-in-infrastructure-automation/</a:t>
            </a:r>
          </a:p>
          <a:p>
            <a:pPr>
              <a:lnSpc>
                <a:spcPct val="100000"/>
              </a:lnSpc>
            </a:pPr>
            <a:r>
              <a:rPr lang="en-US" sz="1700"/>
              <a:t>‌Boysen, P. G. (2013). Just Culture: A Foundation for Balanced Accountability and Patient Safety. </a:t>
            </a:r>
            <a:r>
              <a:rPr lang="en-US" sz="1700" i="1"/>
              <a:t>The Ochsner Journal</a:t>
            </a:r>
            <a:r>
              <a:rPr lang="en-US" sz="1700"/>
              <a:t>, </a:t>
            </a:r>
            <a:r>
              <a:rPr lang="en-US" sz="1700" i="1"/>
              <a:t>13</a:t>
            </a:r>
            <a:r>
              <a:rPr lang="en-US" sz="1700"/>
              <a:t>(3), 400–406. https://pmc.ncbi.nlm.nih.gov/articles/PMC3776518/</a:t>
            </a:r>
          </a:p>
          <a:p>
            <a:pPr>
              <a:lnSpc>
                <a:spcPct val="100000"/>
              </a:lnSpc>
            </a:pPr>
            <a:r>
              <a:rPr lang="en-US" sz="1700"/>
              <a:t>‌Mass General Brigham. (2023). </a:t>
            </a:r>
            <a:r>
              <a:rPr lang="en-US" sz="1700" i="1"/>
              <a:t>What Is Just Culture? Changing the way we think about errors to improve patient safety and staff satisfaction</a:t>
            </a:r>
            <a:r>
              <a:rPr lang="en-US" sz="1700"/>
              <a:t>. Www.brighamandwomensfaulkner.org. https://www.brighamandwomensfaulkner.org/about-bwfh/news/what-is-just-culture-changing-the-way-we-think-about-errors-to-improve-patient-safety-and-staff-satisfaction</a:t>
            </a:r>
          </a:p>
          <a:p>
            <a:pPr>
              <a:lnSpc>
                <a:spcPct val="100000"/>
              </a:lnSpc>
            </a:pPr>
            <a:r>
              <a:rPr lang="en-US" sz="1700"/>
              <a:t>‌</a:t>
            </a:r>
          </a:p>
        </p:txBody>
      </p:sp>
    </p:spTree>
    <p:extLst>
      <p:ext uri="{BB962C8B-B14F-4D97-AF65-F5344CB8AC3E}">
        <p14:creationId xmlns:p14="http://schemas.microsoft.com/office/powerpoint/2010/main" val="384093562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471</Words>
  <Application>Microsoft Office PowerPoint</Application>
  <PresentationFormat>Widescreen</PresentationFormat>
  <Paragraphs>49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Univers Condensed</vt:lpstr>
      <vt:lpstr>ChronicleVTI</vt:lpstr>
      <vt:lpstr>Establishing a Just, Learning Culture</vt:lpstr>
      <vt:lpstr>What Is a Just, Learning Culture?</vt:lpstr>
      <vt:lpstr>Why a Just Culture Matters</vt:lpstr>
      <vt:lpstr>Organizational Fear &amp; Blame Culture</vt:lpstr>
      <vt:lpstr>Lack of Psychological Safety</vt:lpstr>
      <vt:lpstr>Poor Incident Review Practices</vt:lpstr>
      <vt:lpstr>Lack of Leadership Commitment</vt:lpstr>
      <vt:lpstr>Outdated Policies &amp; Rigid Processes</vt:lpstr>
      <vt:lpstr>PowerPoint Presentation</vt:lpstr>
      <vt:lpstr>So, why a just learning culture?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Macioce</dc:creator>
  <cp:lastModifiedBy>Scott Macioce</cp:lastModifiedBy>
  <cp:revision>1</cp:revision>
  <dcterms:created xsi:type="dcterms:W3CDTF">2025-12-08T02:03:16Z</dcterms:created>
  <dcterms:modified xsi:type="dcterms:W3CDTF">2025-12-08T02:19:26Z</dcterms:modified>
</cp:coreProperties>
</file>